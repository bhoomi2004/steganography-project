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5" r:id="rId4"/>
  </p:sldMasterIdLst>
  <p:notesMasterIdLst>
    <p:notesMasterId r:id="rId15"/>
  </p:notesMasterIdLst>
  <p:sldIdLst>
    <p:sldId id="256" r:id="rId5"/>
    <p:sldId id="2146847054" r:id="rId6"/>
    <p:sldId id="262" r:id="rId7"/>
    <p:sldId id="263" r:id="rId8"/>
    <p:sldId id="265" r:id="rId9"/>
    <p:sldId id="2146847057" r:id="rId10"/>
    <p:sldId id="2146847062" r:id="rId11"/>
    <p:sldId id="2146847061" r:id="rId12"/>
    <p:sldId id="2146847055" r:id="rId13"/>
    <p:sldId id="25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5" d="100"/>
          <a:sy n="65" d="100"/>
        </p:scale>
        <p:origin x="700"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6" Type="http://schemas.openxmlformats.org/officeDocument/2006/relationships/image" Target="../media/image18.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 Id="rId14" Type="http://schemas.openxmlformats.org/officeDocument/2006/relationships/image" Target="../media/image16.svg"/></Relationships>
</file>

<file path=ppt/diagrams/_rels/data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6" Type="http://schemas.openxmlformats.org/officeDocument/2006/relationships/image" Target="../media/image18.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 Id="rId14" Type="http://schemas.openxmlformats.org/officeDocument/2006/relationships/image" Target="../media/image1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BA40B260-8A81-433A-B22A-901AA33F2C96}"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698ADD66-6755-4276-B1B4-2C24A04F796F}">
      <dgm:prSet/>
      <dgm:spPr/>
      <dgm:t>
        <a:bodyPr/>
        <a:lstStyle/>
        <a:p>
          <a:r>
            <a:rPr lang="en-US" b="1"/>
            <a:t>Problem Statement </a:t>
          </a:r>
          <a:endParaRPr lang="en-US"/>
        </a:p>
      </dgm:t>
    </dgm:pt>
    <dgm:pt modelId="{1C6C9942-2BA9-4998-B0D7-E4D7C5940B23}" type="parTrans" cxnId="{24FDDF56-78E3-492E-A8C4-A54492EA936E}">
      <dgm:prSet/>
      <dgm:spPr/>
      <dgm:t>
        <a:bodyPr/>
        <a:lstStyle/>
        <a:p>
          <a:endParaRPr lang="en-US"/>
        </a:p>
      </dgm:t>
    </dgm:pt>
    <dgm:pt modelId="{3DE6D109-904A-4A50-8B8C-62C04527612D}" type="sibTrans" cxnId="{24FDDF56-78E3-492E-A8C4-A54492EA936E}">
      <dgm:prSet/>
      <dgm:spPr/>
      <dgm:t>
        <a:bodyPr/>
        <a:lstStyle/>
        <a:p>
          <a:endParaRPr lang="en-US"/>
        </a:p>
      </dgm:t>
    </dgm:pt>
    <dgm:pt modelId="{76CF74E8-F10D-4E69-B4B1-A42097AE20CA}">
      <dgm:prSet/>
      <dgm:spPr/>
      <dgm:t>
        <a:bodyPr/>
        <a:lstStyle/>
        <a:p>
          <a:r>
            <a:rPr lang="en-US" b="1" dirty="0"/>
            <a:t>Technology used</a:t>
          </a:r>
          <a:endParaRPr lang="en-US" dirty="0"/>
        </a:p>
      </dgm:t>
    </dgm:pt>
    <dgm:pt modelId="{FF59B635-1DCA-42C5-8FA3-A831C121F135}" type="parTrans" cxnId="{13D9EEF6-27E8-44DD-8D55-7FDDDAE7830E}">
      <dgm:prSet/>
      <dgm:spPr/>
      <dgm:t>
        <a:bodyPr/>
        <a:lstStyle/>
        <a:p>
          <a:endParaRPr lang="en-US"/>
        </a:p>
      </dgm:t>
    </dgm:pt>
    <dgm:pt modelId="{61358C4C-8C85-45A6-BABD-627C0AC8B01B}" type="sibTrans" cxnId="{13D9EEF6-27E8-44DD-8D55-7FDDDAE7830E}">
      <dgm:prSet/>
      <dgm:spPr/>
      <dgm:t>
        <a:bodyPr/>
        <a:lstStyle/>
        <a:p>
          <a:endParaRPr lang="en-US"/>
        </a:p>
      </dgm:t>
    </dgm:pt>
    <dgm:pt modelId="{4994E428-8D22-4BC0-8452-ADDC6D9612A5}">
      <dgm:prSet/>
      <dgm:spPr/>
      <dgm:t>
        <a:bodyPr/>
        <a:lstStyle/>
        <a:p>
          <a:r>
            <a:rPr lang="en-US" b="1" dirty="0"/>
            <a:t>Wow factor </a:t>
          </a:r>
          <a:endParaRPr lang="en-US" dirty="0"/>
        </a:p>
      </dgm:t>
    </dgm:pt>
    <dgm:pt modelId="{B2A5C6E7-FCA5-494D-A76A-7DC19E44F87A}" type="parTrans" cxnId="{F70B245E-36B1-4E33-8AEE-3D8C1CBE24C7}">
      <dgm:prSet/>
      <dgm:spPr/>
      <dgm:t>
        <a:bodyPr/>
        <a:lstStyle/>
        <a:p>
          <a:endParaRPr lang="en-US"/>
        </a:p>
      </dgm:t>
    </dgm:pt>
    <dgm:pt modelId="{D6567965-7EE4-4015-87AA-68749BCFB911}" type="sibTrans" cxnId="{F70B245E-36B1-4E33-8AEE-3D8C1CBE24C7}">
      <dgm:prSet/>
      <dgm:spPr/>
      <dgm:t>
        <a:bodyPr/>
        <a:lstStyle/>
        <a:p>
          <a:endParaRPr lang="en-US"/>
        </a:p>
      </dgm:t>
    </dgm:pt>
    <dgm:pt modelId="{19F0E6D0-548F-4E9B-B1F6-5139934C8A7A}">
      <dgm:prSet/>
      <dgm:spPr/>
      <dgm:t>
        <a:bodyPr/>
        <a:lstStyle/>
        <a:p>
          <a:r>
            <a:rPr lang="en-US" b="1"/>
            <a:t>End users</a:t>
          </a:r>
          <a:endParaRPr lang="en-US"/>
        </a:p>
      </dgm:t>
    </dgm:pt>
    <dgm:pt modelId="{12A38B6D-F72A-42A1-B719-E0DE05DD671D}" type="parTrans" cxnId="{BA425C5C-6002-428E-96D8-834440A3794B}">
      <dgm:prSet/>
      <dgm:spPr/>
      <dgm:t>
        <a:bodyPr/>
        <a:lstStyle/>
        <a:p>
          <a:endParaRPr lang="en-US"/>
        </a:p>
      </dgm:t>
    </dgm:pt>
    <dgm:pt modelId="{97D0D6D8-CC46-4193-9C25-48166D8F1ECB}" type="sibTrans" cxnId="{BA425C5C-6002-428E-96D8-834440A3794B}">
      <dgm:prSet/>
      <dgm:spPr/>
      <dgm:t>
        <a:bodyPr/>
        <a:lstStyle/>
        <a:p>
          <a:endParaRPr lang="en-US"/>
        </a:p>
      </dgm:t>
    </dgm:pt>
    <dgm:pt modelId="{2C2C6295-B64B-4E90-9539-A18DA6607087}">
      <dgm:prSet/>
      <dgm:spPr/>
      <dgm:t>
        <a:bodyPr/>
        <a:lstStyle/>
        <a:p>
          <a:r>
            <a:rPr lang="en-US" b="1"/>
            <a:t>Result</a:t>
          </a:r>
          <a:endParaRPr lang="en-US"/>
        </a:p>
      </dgm:t>
    </dgm:pt>
    <dgm:pt modelId="{D12B92BE-84C2-41C1-8DFB-AD5D9F755FFA}" type="parTrans" cxnId="{B4DB6114-0B83-4403-923E-BC033C518CDE}">
      <dgm:prSet/>
      <dgm:spPr/>
      <dgm:t>
        <a:bodyPr/>
        <a:lstStyle/>
        <a:p>
          <a:endParaRPr lang="en-US"/>
        </a:p>
      </dgm:t>
    </dgm:pt>
    <dgm:pt modelId="{514CAC6D-918B-4E54-963A-E02EDAD358F6}" type="sibTrans" cxnId="{B4DB6114-0B83-4403-923E-BC033C518CDE}">
      <dgm:prSet/>
      <dgm:spPr/>
      <dgm:t>
        <a:bodyPr/>
        <a:lstStyle/>
        <a:p>
          <a:endParaRPr lang="en-US"/>
        </a:p>
      </dgm:t>
    </dgm:pt>
    <dgm:pt modelId="{086C69ED-4D4E-4FE7-9074-1B55F6637320}">
      <dgm:prSet/>
      <dgm:spPr/>
      <dgm:t>
        <a:bodyPr/>
        <a:lstStyle/>
        <a:p>
          <a:r>
            <a:rPr lang="en-US" b="1"/>
            <a:t>Conclusion</a:t>
          </a:r>
          <a:endParaRPr lang="en-US"/>
        </a:p>
      </dgm:t>
    </dgm:pt>
    <dgm:pt modelId="{EF83ED57-4CAE-410C-B5EF-8B0DA3C6266E}" type="parTrans" cxnId="{0A3D57CA-CB3A-4B31-89C1-F5836061BE76}">
      <dgm:prSet/>
      <dgm:spPr/>
      <dgm:t>
        <a:bodyPr/>
        <a:lstStyle/>
        <a:p>
          <a:endParaRPr lang="en-US"/>
        </a:p>
      </dgm:t>
    </dgm:pt>
    <dgm:pt modelId="{BEB1EEB8-BE36-4D0B-905B-6C459ED151D1}" type="sibTrans" cxnId="{0A3D57CA-CB3A-4B31-89C1-F5836061BE76}">
      <dgm:prSet/>
      <dgm:spPr/>
      <dgm:t>
        <a:bodyPr/>
        <a:lstStyle/>
        <a:p>
          <a:endParaRPr lang="en-US"/>
        </a:p>
      </dgm:t>
    </dgm:pt>
    <dgm:pt modelId="{4C42FBF8-B1DA-448B-9A9E-EE5841FB8843}">
      <dgm:prSet/>
      <dgm:spPr/>
      <dgm:t>
        <a:bodyPr/>
        <a:lstStyle/>
        <a:p>
          <a:r>
            <a:rPr lang="en-US" b="1"/>
            <a:t>Git-hub Link</a:t>
          </a:r>
          <a:endParaRPr lang="en-US"/>
        </a:p>
      </dgm:t>
    </dgm:pt>
    <dgm:pt modelId="{E9FD517D-101F-4C5F-9AF0-C47CC8E2724D}" type="parTrans" cxnId="{D30F531E-358B-40E9-A78E-AF414955A84C}">
      <dgm:prSet/>
      <dgm:spPr/>
      <dgm:t>
        <a:bodyPr/>
        <a:lstStyle/>
        <a:p>
          <a:endParaRPr lang="en-US"/>
        </a:p>
      </dgm:t>
    </dgm:pt>
    <dgm:pt modelId="{E5127708-7490-4621-AFE1-2506A4E50723}" type="sibTrans" cxnId="{D30F531E-358B-40E9-A78E-AF414955A84C}">
      <dgm:prSet/>
      <dgm:spPr/>
      <dgm:t>
        <a:bodyPr/>
        <a:lstStyle/>
        <a:p>
          <a:endParaRPr lang="en-US"/>
        </a:p>
      </dgm:t>
    </dgm:pt>
    <dgm:pt modelId="{53F7C792-E7AB-47B5-9E55-E5FEC7188BF9}">
      <dgm:prSet/>
      <dgm:spPr/>
      <dgm:t>
        <a:bodyPr/>
        <a:lstStyle/>
        <a:p>
          <a:r>
            <a:rPr lang="en-US" b="1" dirty="0"/>
            <a:t>Future scope</a:t>
          </a:r>
          <a:endParaRPr lang="en-US" dirty="0"/>
        </a:p>
      </dgm:t>
    </dgm:pt>
    <dgm:pt modelId="{B5D45A8C-0511-4E05-A160-1DA0D6F47969}" type="parTrans" cxnId="{EE752661-39B6-45C7-B513-42B5B23B276D}">
      <dgm:prSet/>
      <dgm:spPr/>
      <dgm:t>
        <a:bodyPr/>
        <a:lstStyle/>
        <a:p>
          <a:endParaRPr lang="en-US"/>
        </a:p>
      </dgm:t>
    </dgm:pt>
    <dgm:pt modelId="{89BDCF59-2AE2-4097-BA4A-689678294800}" type="sibTrans" cxnId="{EE752661-39B6-45C7-B513-42B5B23B276D}">
      <dgm:prSet/>
      <dgm:spPr/>
      <dgm:t>
        <a:bodyPr/>
        <a:lstStyle/>
        <a:p>
          <a:endParaRPr lang="en-US"/>
        </a:p>
      </dgm:t>
    </dgm:pt>
    <dgm:pt modelId="{945CB7DE-FDAD-417B-BF0F-020A84CA9676}" type="pres">
      <dgm:prSet presAssocID="{BA40B260-8A81-433A-B22A-901AA33F2C96}" presName="root" presStyleCnt="0">
        <dgm:presLayoutVars>
          <dgm:dir/>
          <dgm:resizeHandles val="exact"/>
        </dgm:presLayoutVars>
      </dgm:prSet>
      <dgm:spPr/>
    </dgm:pt>
    <dgm:pt modelId="{C73BD175-54A1-4926-9A69-FC2F322D713B}" type="pres">
      <dgm:prSet presAssocID="{698ADD66-6755-4276-B1B4-2C24A04F796F}" presName="compNode" presStyleCnt="0"/>
      <dgm:spPr/>
    </dgm:pt>
    <dgm:pt modelId="{798AB34A-0515-4529-B240-71C65E3276A2}" type="pres">
      <dgm:prSet presAssocID="{698ADD66-6755-4276-B1B4-2C24A04F796F}" presName="bgRect" presStyleLbl="bgShp" presStyleIdx="0" presStyleCnt="8"/>
      <dgm:spPr/>
    </dgm:pt>
    <dgm:pt modelId="{8DEDC456-213B-4366-813C-3B25C6E606CD}" type="pres">
      <dgm:prSet presAssocID="{698ADD66-6755-4276-B1B4-2C24A04F796F}"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C1B8BC3C-2403-4947-B0DB-83AD76B8E7BA}" type="pres">
      <dgm:prSet presAssocID="{698ADD66-6755-4276-B1B4-2C24A04F796F}" presName="spaceRect" presStyleCnt="0"/>
      <dgm:spPr/>
    </dgm:pt>
    <dgm:pt modelId="{667BAB99-2CFA-477A-AE41-4BB74789935C}" type="pres">
      <dgm:prSet presAssocID="{698ADD66-6755-4276-B1B4-2C24A04F796F}" presName="parTx" presStyleLbl="revTx" presStyleIdx="0" presStyleCnt="8">
        <dgm:presLayoutVars>
          <dgm:chMax val="0"/>
          <dgm:chPref val="0"/>
        </dgm:presLayoutVars>
      </dgm:prSet>
      <dgm:spPr/>
    </dgm:pt>
    <dgm:pt modelId="{1283C1FD-20FE-41B4-B47F-1CDE940DDE5B}" type="pres">
      <dgm:prSet presAssocID="{3DE6D109-904A-4A50-8B8C-62C04527612D}" presName="sibTrans" presStyleCnt="0"/>
      <dgm:spPr/>
    </dgm:pt>
    <dgm:pt modelId="{9C8C534B-4848-4116-B7C6-537B3FFEFAE3}" type="pres">
      <dgm:prSet presAssocID="{76CF74E8-F10D-4E69-B4B1-A42097AE20CA}" presName="compNode" presStyleCnt="0"/>
      <dgm:spPr/>
    </dgm:pt>
    <dgm:pt modelId="{6F19B2A5-1FF2-442D-B875-1B753C114DAE}" type="pres">
      <dgm:prSet presAssocID="{76CF74E8-F10D-4E69-B4B1-A42097AE20CA}" presName="bgRect" presStyleLbl="bgShp" presStyleIdx="1" presStyleCnt="8"/>
      <dgm:spPr/>
    </dgm:pt>
    <dgm:pt modelId="{B98EC19B-2C6C-4554-BB78-92B708CB995D}" type="pres">
      <dgm:prSet presAssocID="{76CF74E8-F10D-4E69-B4B1-A42097AE20CA}"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70007FE3-F4E5-4E92-93E4-C49E5FC8E681}" type="pres">
      <dgm:prSet presAssocID="{76CF74E8-F10D-4E69-B4B1-A42097AE20CA}" presName="spaceRect" presStyleCnt="0"/>
      <dgm:spPr/>
    </dgm:pt>
    <dgm:pt modelId="{7A65F8A1-295B-4D38-B1A2-E9D639A04F3A}" type="pres">
      <dgm:prSet presAssocID="{76CF74E8-F10D-4E69-B4B1-A42097AE20CA}" presName="parTx" presStyleLbl="revTx" presStyleIdx="1" presStyleCnt="8">
        <dgm:presLayoutVars>
          <dgm:chMax val="0"/>
          <dgm:chPref val="0"/>
        </dgm:presLayoutVars>
      </dgm:prSet>
      <dgm:spPr/>
    </dgm:pt>
    <dgm:pt modelId="{C5186087-4023-4851-A1B9-448FDF4D8B7C}" type="pres">
      <dgm:prSet presAssocID="{61358C4C-8C85-45A6-BABD-627C0AC8B01B}" presName="sibTrans" presStyleCnt="0"/>
      <dgm:spPr/>
    </dgm:pt>
    <dgm:pt modelId="{5F25ABB1-C1E3-409D-9601-DC79EB07CEA1}" type="pres">
      <dgm:prSet presAssocID="{4994E428-8D22-4BC0-8452-ADDC6D9612A5}" presName="compNode" presStyleCnt="0"/>
      <dgm:spPr/>
    </dgm:pt>
    <dgm:pt modelId="{847467C0-37E1-4D89-B73B-9174F3EF62BE}" type="pres">
      <dgm:prSet presAssocID="{4994E428-8D22-4BC0-8452-ADDC6D9612A5}" presName="bgRect" presStyleLbl="bgShp" presStyleIdx="2" presStyleCnt="8"/>
      <dgm:spPr/>
    </dgm:pt>
    <dgm:pt modelId="{BF05A12B-76D0-48CA-836E-9456C3340461}" type="pres">
      <dgm:prSet presAssocID="{4994E428-8D22-4BC0-8452-ADDC6D9612A5}"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izzyFaceBlack"/>
        </a:ext>
      </dgm:extLst>
    </dgm:pt>
    <dgm:pt modelId="{A65783F2-F8D9-4B50-927B-5A28E2BC55D3}" type="pres">
      <dgm:prSet presAssocID="{4994E428-8D22-4BC0-8452-ADDC6D9612A5}" presName="spaceRect" presStyleCnt="0"/>
      <dgm:spPr/>
    </dgm:pt>
    <dgm:pt modelId="{FA339122-2174-472E-B487-D7B022BB8129}" type="pres">
      <dgm:prSet presAssocID="{4994E428-8D22-4BC0-8452-ADDC6D9612A5}" presName="parTx" presStyleLbl="revTx" presStyleIdx="2" presStyleCnt="8">
        <dgm:presLayoutVars>
          <dgm:chMax val="0"/>
          <dgm:chPref val="0"/>
        </dgm:presLayoutVars>
      </dgm:prSet>
      <dgm:spPr/>
    </dgm:pt>
    <dgm:pt modelId="{30FA9CE3-1E1C-4EAB-84C1-E5891B7AD676}" type="pres">
      <dgm:prSet presAssocID="{D6567965-7EE4-4015-87AA-68749BCFB911}" presName="sibTrans" presStyleCnt="0"/>
      <dgm:spPr/>
    </dgm:pt>
    <dgm:pt modelId="{DAD8A092-54D0-43B0-B536-C4F886607369}" type="pres">
      <dgm:prSet presAssocID="{19F0E6D0-548F-4E9B-B1F6-5139934C8A7A}" presName="compNode" presStyleCnt="0"/>
      <dgm:spPr/>
    </dgm:pt>
    <dgm:pt modelId="{3F1C2F79-5ADA-4ACE-A71A-885C2C0BDA61}" type="pres">
      <dgm:prSet presAssocID="{19F0E6D0-548F-4E9B-B1F6-5139934C8A7A}" presName="bgRect" presStyleLbl="bgShp" presStyleIdx="3" presStyleCnt="8"/>
      <dgm:spPr/>
    </dgm:pt>
    <dgm:pt modelId="{D4DDBFF1-9B8D-437E-A16E-FB747202D731}" type="pres">
      <dgm:prSet presAssocID="{19F0E6D0-548F-4E9B-B1F6-5139934C8A7A}"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sers"/>
        </a:ext>
      </dgm:extLst>
    </dgm:pt>
    <dgm:pt modelId="{33810C97-4928-4559-A89E-DC4A1FA47A3D}" type="pres">
      <dgm:prSet presAssocID="{19F0E6D0-548F-4E9B-B1F6-5139934C8A7A}" presName="spaceRect" presStyleCnt="0"/>
      <dgm:spPr/>
    </dgm:pt>
    <dgm:pt modelId="{AFAD4448-237A-4E6D-BFBB-A0EDC455313D}" type="pres">
      <dgm:prSet presAssocID="{19F0E6D0-548F-4E9B-B1F6-5139934C8A7A}" presName="parTx" presStyleLbl="revTx" presStyleIdx="3" presStyleCnt="8">
        <dgm:presLayoutVars>
          <dgm:chMax val="0"/>
          <dgm:chPref val="0"/>
        </dgm:presLayoutVars>
      </dgm:prSet>
      <dgm:spPr/>
    </dgm:pt>
    <dgm:pt modelId="{F668E2FC-5175-462F-9D89-B599301D998F}" type="pres">
      <dgm:prSet presAssocID="{97D0D6D8-CC46-4193-9C25-48166D8F1ECB}" presName="sibTrans" presStyleCnt="0"/>
      <dgm:spPr/>
    </dgm:pt>
    <dgm:pt modelId="{8809A50F-CFD6-4045-BA08-3BDFC541DBC5}" type="pres">
      <dgm:prSet presAssocID="{2C2C6295-B64B-4E90-9539-A18DA6607087}" presName="compNode" presStyleCnt="0"/>
      <dgm:spPr/>
    </dgm:pt>
    <dgm:pt modelId="{333EA9BC-B991-410B-AE06-B0C045E01CDE}" type="pres">
      <dgm:prSet presAssocID="{2C2C6295-B64B-4E90-9539-A18DA6607087}" presName="bgRect" presStyleLbl="bgShp" presStyleIdx="4" presStyleCnt="8"/>
      <dgm:spPr/>
    </dgm:pt>
    <dgm:pt modelId="{0DDB8099-73CA-4DF0-AA1C-CD83FBE3720F}" type="pres">
      <dgm:prSet presAssocID="{2C2C6295-B64B-4E90-9539-A18DA6607087}"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ullseye"/>
        </a:ext>
      </dgm:extLst>
    </dgm:pt>
    <dgm:pt modelId="{B50CFAC9-9F1F-4EED-ADD3-CB57EE3F5218}" type="pres">
      <dgm:prSet presAssocID="{2C2C6295-B64B-4E90-9539-A18DA6607087}" presName="spaceRect" presStyleCnt="0"/>
      <dgm:spPr/>
    </dgm:pt>
    <dgm:pt modelId="{E34C4B1E-BC2B-4536-A2A5-0344773DA973}" type="pres">
      <dgm:prSet presAssocID="{2C2C6295-B64B-4E90-9539-A18DA6607087}" presName="parTx" presStyleLbl="revTx" presStyleIdx="4" presStyleCnt="8">
        <dgm:presLayoutVars>
          <dgm:chMax val="0"/>
          <dgm:chPref val="0"/>
        </dgm:presLayoutVars>
      </dgm:prSet>
      <dgm:spPr/>
    </dgm:pt>
    <dgm:pt modelId="{685B101C-6B62-4B1B-B4F8-64D7CBBCBA75}" type="pres">
      <dgm:prSet presAssocID="{514CAC6D-918B-4E54-963A-E02EDAD358F6}" presName="sibTrans" presStyleCnt="0"/>
      <dgm:spPr/>
    </dgm:pt>
    <dgm:pt modelId="{16F47F83-3C01-49F7-97BD-83E0D1515169}" type="pres">
      <dgm:prSet presAssocID="{086C69ED-4D4E-4FE7-9074-1B55F6637320}" presName="compNode" presStyleCnt="0"/>
      <dgm:spPr/>
    </dgm:pt>
    <dgm:pt modelId="{EA1BCCFF-4EDA-4E45-B6B3-934A2D2B996C}" type="pres">
      <dgm:prSet presAssocID="{086C69ED-4D4E-4FE7-9074-1B55F6637320}" presName="bgRect" presStyleLbl="bgShp" presStyleIdx="5" presStyleCnt="8"/>
      <dgm:spPr/>
    </dgm:pt>
    <dgm:pt modelId="{8ADB96AD-17FB-4CF7-8CE9-347A1536AD45}" type="pres">
      <dgm:prSet presAssocID="{086C69ED-4D4E-4FE7-9074-1B55F6637320}"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Gavel"/>
        </a:ext>
      </dgm:extLst>
    </dgm:pt>
    <dgm:pt modelId="{4A6F4A8B-88A7-4C86-A9D3-BA17EA00D4E4}" type="pres">
      <dgm:prSet presAssocID="{086C69ED-4D4E-4FE7-9074-1B55F6637320}" presName="spaceRect" presStyleCnt="0"/>
      <dgm:spPr/>
    </dgm:pt>
    <dgm:pt modelId="{AE459D78-AD42-49A3-99AE-90DBF1CFC5E0}" type="pres">
      <dgm:prSet presAssocID="{086C69ED-4D4E-4FE7-9074-1B55F6637320}" presName="parTx" presStyleLbl="revTx" presStyleIdx="5" presStyleCnt="8">
        <dgm:presLayoutVars>
          <dgm:chMax val="0"/>
          <dgm:chPref val="0"/>
        </dgm:presLayoutVars>
      </dgm:prSet>
      <dgm:spPr/>
    </dgm:pt>
    <dgm:pt modelId="{2EE00845-A80D-4243-A0C4-B68209478D2B}" type="pres">
      <dgm:prSet presAssocID="{BEB1EEB8-BE36-4D0B-905B-6C459ED151D1}" presName="sibTrans" presStyleCnt="0"/>
      <dgm:spPr/>
    </dgm:pt>
    <dgm:pt modelId="{7A11DEA8-A610-45AC-AD5F-0A60D0EF1FE6}" type="pres">
      <dgm:prSet presAssocID="{4C42FBF8-B1DA-448B-9A9E-EE5841FB8843}" presName="compNode" presStyleCnt="0"/>
      <dgm:spPr/>
    </dgm:pt>
    <dgm:pt modelId="{A9EE2053-8039-4CAA-8C7A-0ECD33069B21}" type="pres">
      <dgm:prSet presAssocID="{4C42FBF8-B1DA-448B-9A9E-EE5841FB8843}" presName="bgRect" presStyleLbl="bgShp" presStyleIdx="6" presStyleCnt="8"/>
      <dgm:spPr/>
    </dgm:pt>
    <dgm:pt modelId="{F0F36DF6-F13A-4DEA-AAB0-59F8712BBA11}" type="pres">
      <dgm:prSet presAssocID="{4C42FBF8-B1DA-448B-9A9E-EE5841FB8843}"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Link"/>
        </a:ext>
      </dgm:extLst>
    </dgm:pt>
    <dgm:pt modelId="{5790C0C6-3F3C-43B1-9171-CF2D83C62EB3}" type="pres">
      <dgm:prSet presAssocID="{4C42FBF8-B1DA-448B-9A9E-EE5841FB8843}" presName="spaceRect" presStyleCnt="0"/>
      <dgm:spPr/>
    </dgm:pt>
    <dgm:pt modelId="{CCEE4C40-BD84-44C4-8421-E28748BF918D}" type="pres">
      <dgm:prSet presAssocID="{4C42FBF8-B1DA-448B-9A9E-EE5841FB8843}" presName="parTx" presStyleLbl="revTx" presStyleIdx="6" presStyleCnt="8">
        <dgm:presLayoutVars>
          <dgm:chMax val="0"/>
          <dgm:chPref val="0"/>
        </dgm:presLayoutVars>
      </dgm:prSet>
      <dgm:spPr/>
    </dgm:pt>
    <dgm:pt modelId="{F3A25970-F885-46D1-A652-09327F8BFB31}" type="pres">
      <dgm:prSet presAssocID="{E5127708-7490-4621-AFE1-2506A4E50723}" presName="sibTrans" presStyleCnt="0"/>
      <dgm:spPr/>
    </dgm:pt>
    <dgm:pt modelId="{093868B9-6C52-46DE-B2F9-FE8E76301C2A}" type="pres">
      <dgm:prSet presAssocID="{53F7C792-E7AB-47B5-9E55-E5FEC7188BF9}" presName="compNode" presStyleCnt="0"/>
      <dgm:spPr/>
    </dgm:pt>
    <dgm:pt modelId="{D75DC742-860B-4D0B-97B8-0D3467296CFF}" type="pres">
      <dgm:prSet presAssocID="{53F7C792-E7AB-47B5-9E55-E5FEC7188BF9}" presName="bgRect" presStyleLbl="bgShp" presStyleIdx="7" presStyleCnt="8"/>
      <dgm:spPr/>
    </dgm:pt>
    <dgm:pt modelId="{841230E3-7EF0-4C12-A7B7-16A235403524}" type="pres">
      <dgm:prSet presAssocID="{53F7C792-E7AB-47B5-9E55-E5FEC7188BF9}"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dgm:spPr>
      <dgm:extLst>
        <a:ext uri="{E40237B7-FDA0-4F09-8148-C483321AD2D9}">
          <dgm14:cNvPr xmlns:dgm14="http://schemas.microsoft.com/office/drawing/2010/diagram" id="0" name="" descr="Checkmark"/>
        </a:ext>
      </dgm:extLst>
    </dgm:pt>
    <dgm:pt modelId="{D024504F-30F6-48FA-A504-457A146E23E2}" type="pres">
      <dgm:prSet presAssocID="{53F7C792-E7AB-47B5-9E55-E5FEC7188BF9}" presName="spaceRect" presStyleCnt="0"/>
      <dgm:spPr/>
    </dgm:pt>
    <dgm:pt modelId="{DB77440B-DBC5-4643-81CA-F58FD467D542}" type="pres">
      <dgm:prSet presAssocID="{53F7C792-E7AB-47B5-9E55-E5FEC7188BF9}" presName="parTx" presStyleLbl="revTx" presStyleIdx="7" presStyleCnt="8">
        <dgm:presLayoutVars>
          <dgm:chMax val="0"/>
          <dgm:chPref val="0"/>
        </dgm:presLayoutVars>
      </dgm:prSet>
      <dgm:spPr/>
    </dgm:pt>
  </dgm:ptLst>
  <dgm:cxnLst>
    <dgm:cxn modelId="{B4DB6114-0B83-4403-923E-BC033C518CDE}" srcId="{BA40B260-8A81-433A-B22A-901AA33F2C96}" destId="{2C2C6295-B64B-4E90-9539-A18DA6607087}" srcOrd="4" destOrd="0" parTransId="{D12B92BE-84C2-41C1-8DFB-AD5D9F755FFA}" sibTransId="{514CAC6D-918B-4E54-963A-E02EDAD358F6}"/>
    <dgm:cxn modelId="{AAED991D-2550-43F9-B3DA-BD299AADE715}" type="presOf" srcId="{19F0E6D0-548F-4E9B-B1F6-5139934C8A7A}" destId="{AFAD4448-237A-4E6D-BFBB-A0EDC455313D}" srcOrd="0" destOrd="0" presId="urn:microsoft.com/office/officeart/2018/2/layout/IconVerticalSolidList"/>
    <dgm:cxn modelId="{D30F531E-358B-40E9-A78E-AF414955A84C}" srcId="{BA40B260-8A81-433A-B22A-901AA33F2C96}" destId="{4C42FBF8-B1DA-448B-9A9E-EE5841FB8843}" srcOrd="6" destOrd="0" parTransId="{E9FD517D-101F-4C5F-9AF0-C47CC8E2724D}" sibTransId="{E5127708-7490-4621-AFE1-2506A4E50723}"/>
    <dgm:cxn modelId="{0F92882E-E7B4-45B2-8368-8AAFABDD9E28}" type="presOf" srcId="{76CF74E8-F10D-4E69-B4B1-A42097AE20CA}" destId="{7A65F8A1-295B-4D38-B1A2-E9D639A04F3A}" srcOrd="0" destOrd="0" presId="urn:microsoft.com/office/officeart/2018/2/layout/IconVerticalSolidList"/>
    <dgm:cxn modelId="{BA425C5C-6002-428E-96D8-834440A3794B}" srcId="{BA40B260-8A81-433A-B22A-901AA33F2C96}" destId="{19F0E6D0-548F-4E9B-B1F6-5139934C8A7A}" srcOrd="3" destOrd="0" parTransId="{12A38B6D-F72A-42A1-B719-E0DE05DD671D}" sibTransId="{97D0D6D8-CC46-4193-9C25-48166D8F1ECB}"/>
    <dgm:cxn modelId="{F70B245E-36B1-4E33-8AEE-3D8C1CBE24C7}" srcId="{BA40B260-8A81-433A-B22A-901AA33F2C96}" destId="{4994E428-8D22-4BC0-8452-ADDC6D9612A5}" srcOrd="2" destOrd="0" parTransId="{B2A5C6E7-FCA5-494D-A76A-7DC19E44F87A}" sibTransId="{D6567965-7EE4-4015-87AA-68749BCFB911}"/>
    <dgm:cxn modelId="{EE752661-39B6-45C7-B513-42B5B23B276D}" srcId="{BA40B260-8A81-433A-B22A-901AA33F2C96}" destId="{53F7C792-E7AB-47B5-9E55-E5FEC7188BF9}" srcOrd="7" destOrd="0" parTransId="{B5D45A8C-0511-4E05-A160-1DA0D6F47969}" sibTransId="{89BDCF59-2AE2-4097-BA4A-689678294800}"/>
    <dgm:cxn modelId="{C1AE3564-0375-42F0-B57C-E96B7415724E}" type="presOf" srcId="{2C2C6295-B64B-4E90-9539-A18DA6607087}" destId="{E34C4B1E-BC2B-4536-A2A5-0344773DA973}" srcOrd="0" destOrd="0" presId="urn:microsoft.com/office/officeart/2018/2/layout/IconVerticalSolidList"/>
    <dgm:cxn modelId="{03C0EF75-129A-4089-A615-227A2CAE228D}" type="presOf" srcId="{BA40B260-8A81-433A-B22A-901AA33F2C96}" destId="{945CB7DE-FDAD-417B-BF0F-020A84CA9676}" srcOrd="0" destOrd="0" presId="urn:microsoft.com/office/officeart/2018/2/layout/IconVerticalSolidList"/>
    <dgm:cxn modelId="{24FDDF56-78E3-492E-A8C4-A54492EA936E}" srcId="{BA40B260-8A81-433A-B22A-901AA33F2C96}" destId="{698ADD66-6755-4276-B1B4-2C24A04F796F}" srcOrd="0" destOrd="0" parTransId="{1C6C9942-2BA9-4998-B0D7-E4D7C5940B23}" sibTransId="{3DE6D109-904A-4A50-8B8C-62C04527612D}"/>
    <dgm:cxn modelId="{E6021788-E292-43BF-8766-0F38CA72736C}" type="presOf" srcId="{53F7C792-E7AB-47B5-9E55-E5FEC7188BF9}" destId="{DB77440B-DBC5-4643-81CA-F58FD467D542}" srcOrd="0" destOrd="0" presId="urn:microsoft.com/office/officeart/2018/2/layout/IconVerticalSolidList"/>
    <dgm:cxn modelId="{20A374B5-7A47-4597-8B5C-36A30F9C42BC}" type="presOf" srcId="{4994E428-8D22-4BC0-8452-ADDC6D9612A5}" destId="{FA339122-2174-472E-B487-D7B022BB8129}" srcOrd="0" destOrd="0" presId="urn:microsoft.com/office/officeart/2018/2/layout/IconVerticalSolidList"/>
    <dgm:cxn modelId="{E809C2C3-53E9-47AC-84AE-D28BAD5998C7}" type="presOf" srcId="{698ADD66-6755-4276-B1B4-2C24A04F796F}" destId="{667BAB99-2CFA-477A-AE41-4BB74789935C}" srcOrd="0" destOrd="0" presId="urn:microsoft.com/office/officeart/2018/2/layout/IconVerticalSolidList"/>
    <dgm:cxn modelId="{0A3D57CA-CB3A-4B31-89C1-F5836061BE76}" srcId="{BA40B260-8A81-433A-B22A-901AA33F2C96}" destId="{086C69ED-4D4E-4FE7-9074-1B55F6637320}" srcOrd="5" destOrd="0" parTransId="{EF83ED57-4CAE-410C-B5EF-8B0DA3C6266E}" sibTransId="{BEB1EEB8-BE36-4D0B-905B-6C459ED151D1}"/>
    <dgm:cxn modelId="{3FC80BCF-5EEA-407D-B7E3-6361FD9AD209}" type="presOf" srcId="{4C42FBF8-B1DA-448B-9A9E-EE5841FB8843}" destId="{CCEE4C40-BD84-44C4-8421-E28748BF918D}" srcOrd="0" destOrd="0" presId="urn:microsoft.com/office/officeart/2018/2/layout/IconVerticalSolidList"/>
    <dgm:cxn modelId="{7707E2EF-0435-4A10-9C87-68C6AEAAD7D5}" type="presOf" srcId="{086C69ED-4D4E-4FE7-9074-1B55F6637320}" destId="{AE459D78-AD42-49A3-99AE-90DBF1CFC5E0}" srcOrd="0" destOrd="0" presId="urn:microsoft.com/office/officeart/2018/2/layout/IconVerticalSolidList"/>
    <dgm:cxn modelId="{13D9EEF6-27E8-44DD-8D55-7FDDDAE7830E}" srcId="{BA40B260-8A81-433A-B22A-901AA33F2C96}" destId="{76CF74E8-F10D-4E69-B4B1-A42097AE20CA}" srcOrd="1" destOrd="0" parTransId="{FF59B635-1DCA-42C5-8FA3-A831C121F135}" sibTransId="{61358C4C-8C85-45A6-BABD-627C0AC8B01B}"/>
    <dgm:cxn modelId="{F7BBA51F-39D6-4161-9A0B-81C17491D261}" type="presParOf" srcId="{945CB7DE-FDAD-417B-BF0F-020A84CA9676}" destId="{C73BD175-54A1-4926-9A69-FC2F322D713B}" srcOrd="0" destOrd="0" presId="urn:microsoft.com/office/officeart/2018/2/layout/IconVerticalSolidList"/>
    <dgm:cxn modelId="{9A4B570A-4CBE-4FD9-9A43-CD37E4903898}" type="presParOf" srcId="{C73BD175-54A1-4926-9A69-FC2F322D713B}" destId="{798AB34A-0515-4529-B240-71C65E3276A2}" srcOrd="0" destOrd="0" presId="urn:microsoft.com/office/officeart/2018/2/layout/IconVerticalSolidList"/>
    <dgm:cxn modelId="{E25A779C-E822-4A0E-926C-9D2915DC0520}" type="presParOf" srcId="{C73BD175-54A1-4926-9A69-FC2F322D713B}" destId="{8DEDC456-213B-4366-813C-3B25C6E606CD}" srcOrd="1" destOrd="0" presId="urn:microsoft.com/office/officeart/2018/2/layout/IconVerticalSolidList"/>
    <dgm:cxn modelId="{2E7622C8-A2DB-4AE2-9033-B8D6A6821B28}" type="presParOf" srcId="{C73BD175-54A1-4926-9A69-FC2F322D713B}" destId="{C1B8BC3C-2403-4947-B0DB-83AD76B8E7BA}" srcOrd="2" destOrd="0" presId="urn:microsoft.com/office/officeart/2018/2/layout/IconVerticalSolidList"/>
    <dgm:cxn modelId="{692B310B-D584-4B38-8954-527DAB37D88B}" type="presParOf" srcId="{C73BD175-54A1-4926-9A69-FC2F322D713B}" destId="{667BAB99-2CFA-477A-AE41-4BB74789935C}" srcOrd="3" destOrd="0" presId="urn:microsoft.com/office/officeart/2018/2/layout/IconVerticalSolidList"/>
    <dgm:cxn modelId="{7B686D27-FA44-4CF6-A87F-C8E504BC2C2E}" type="presParOf" srcId="{945CB7DE-FDAD-417B-BF0F-020A84CA9676}" destId="{1283C1FD-20FE-41B4-B47F-1CDE940DDE5B}" srcOrd="1" destOrd="0" presId="urn:microsoft.com/office/officeart/2018/2/layout/IconVerticalSolidList"/>
    <dgm:cxn modelId="{0FDCAF52-456B-4274-B538-3E98457A70FF}" type="presParOf" srcId="{945CB7DE-FDAD-417B-BF0F-020A84CA9676}" destId="{9C8C534B-4848-4116-B7C6-537B3FFEFAE3}" srcOrd="2" destOrd="0" presId="urn:microsoft.com/office/officeart/2018/2/layout/IconVerticalSolidList"/>
    <dgm:cxn modelId="{4DAD41E0-0A06-4D6B-A7DC-9F057C4CFA07}" type="presParOf" srcId="{9C8C534B-4848-4116-B7C6-537B3FFEFAE3}" destId="{6F19B2A5-1FF2-442D-B875-1B753C114DAE}" srcOrd="0" destOrd="0" presId="urn:microsoft.com/office/officeart/2018/2/layout/IconVerticalSolidList"/>
    <dgm:cxn modelId="{5A90DEBC-E69A-45DB-AC63-BA7483F3CC0F}" type="presParOf" srcId="{9C8C534B-4848-4116-B7C6-537B3FFEFAE3}" destId="{B98EC19B-2C6C-4554-BB78-92B708CB995D}" srcOrd="1" destOrd="0" presId="urn:microsoft.com/office/officeart/2018/2/layout/IconVerticalSolidList"/>
    <dgm:cxn modelId="{44463A5A-5615-41E3-9FE7-BCA0E21B646F}" type="presParOf" srcId="{9C8C534B-4848-4116-B7C6-537B3FFEFAE3}" destId="{70007FE3-F4E5-4E92-93E4-C49E5FC8E681}" srcOrd="2" destOrd="0" presId="urn:microsoft.com/office/officeart/2018/2/layout/IconVerticalSolidList"/>
    <dgm:cxn modelId="{0A446410-175C-4BF0-A681-1172B6F51AC8}" type="presParOf" srcId="{9C8C534B-4848-4116-B7C6-537B3FFEFAE3}" destId="{7A65F8A1-295B-4D38-B1A2-E9D639A04F3A}" srcOrd="3" destOrd="0" presId="urn:microsoft.com/office/officeart/2018/2/layout/IconVerticalSolidList"/>
    <dgm:cxn modelId="{663B1E9A-3F51-416A-B603-5D5FE53B9F9F}" type="presParOf" srcId="{945CB7DE-FDAD-417B-BF0F-020A84CA9676}" destId="{C5186087-4023-4851-A1B9-448FDF4D8B7C}" srcOrd="3" destOrd="0" presId="urn:microsoft.com/office/officeart/2018/2/layout/IconVerticalSolidList"/>
    <dgm:cxn modelId="{D9BB0230-F075-493E-85CA-081356B0ADFF}" type="presParOf" srcId="{945CB7DE-FDAD-417B-BF0F-020A84CA9676}" destId="{5F25ABB1-C1E3-409D-9601-DC79EB07CEA1}" srcOrd="4" destOrd="0" presId="urn:microsoft.com/office/officeart/2018/2/layout/IconVerticalSolidList"/>
    <dgm:cxn modelId="{57E89712-365A-44C5-BE46-A67BCD325CCE}" type="presParOf" srcId="{5F25ABB1-C1E3-409D-9601-DC79EB07CEA1}" destId="{847467C0-37E1-4D89-B73B-9174F3EF62BE}" srcOrd="0" destOrd="0" presId="urn:microsoft.com/office/officeart/2018/2/layout/IconVerticalSolidList"/>
    <dgm:cxn modelId="{AEDF8CAC-DE93-484E-9200-4E69846024FE}" type="presParOf" srcId="{5F25ABB1-C1E3-409D-9601-DC79EB07CEA1}" destId="{BF05A12B-76D0-48CA-836E-9456C3340461}" srcOrd="1" destOrd="0" presId="urn:microsoft.com/office/officeart/2018/2/layout/IconVerticalSolidList"/>
    <dgm:cxn modelId="{95742CBD-59C0-4318-B7F2-41CDFE77A57C}" type="presParOf" srcId="{5F25ABB1-C1E3-409D-9601-DC79EB07CEA1}" destId="{A65783F2-F8D9-4B50-927B-5A28E2BC55D3}" srcOrd="2" destOrd="0" presId="urn:microsoft.com/office/officeart/2018/2/layout/IconVerticalSolidList"/>
    <dgm:cxn modelId="{05C27E98-AE6D-4CF3-97C8-74E76DDD329F}" type="presParOf" srcId="{5F25ABB1-C1E3-409D-9601-DC79EB07CEA1}" destId="{FA339122-2174-472E-B487-D7B022BB8129}" srcOrd="3" destOrd="0" presId="urn:microsoft.com/office/officeart/2018/2/layout/IconVerticalSolidList"/>
    <dgm:cxn modelId="{F4486C11-F5E2-42A8-9036-F9CE7E80FC18}" type="presParOf" srcId="{945CB7DE-FDAD-417B-BF0F-020A84CA9676}" destId="{30FA9CE3-1E1C-4EAB-84C1-E5891B7AD676}" srcOrd="5" destOrd="0" presId="urn:microsoft.com/office/officeart/2018/2/layout/IconVerticalSolidList"/>
    <dgm:cxn modelId="{4874498B-9BEE-4FAC-BA1E-5A853376371C}" type="presParOf" srcId="{945CB7DE-FDAD-417B-BF0F-020A84CA9676}" destId="{DAD8A092-54D0-43B0-B536-C4F886607369}" srcOrd="6" destOrd="0" presId="urn:microsoft.com/office/officeart/2018/2/layout/IconVerticalSolidList"/>
    <dgm:cxn modelId="{A0FC065A-150E-4D14-AD83-89C2963CC037}" type="presParOf" srcId="{DAD8A092-54D0-43B0-B536-C4F886607369}" destId="{3F1C2F79-5ADA-4ACE-A71A-885C2C0BDA61}" srcOrd="0" destOrd="0" presId="urn:microsoft.com/office/officeart/2018/2/layout/IconVerticalSolidList"/>
    <dgm:cxn modelId="{3C33F1D9-CBCF-4F9F-B55F-A0FCE795DF82}" type="presParOf" srcId="{DAD8A092-54D0-43B0-B536-C4F886607369}" destId="{D4DDBFF1-9B8D-437E-A16E-FB747202D731}" srcOrd="1" destOrd="0" presId="urn:microsoft.com/office/officeart/2018/2/layout/IconVerticalSolidList"/>
    <dgm:cxn modelId="{64FCD8BB-A982-4317-AC84-16FD19060D6B}" type="presParOf" srcId="{DAD8A092-54D0-43B0-B536-C4F886607369}" destId="{33810C97-4928-4559-A89E-DC4A1FA47A3D}" srcOrd="2" destOrd="0" presId="urn:microsoft.com/office/officeart/2018/2/layout/IconVerticalSolidList"/>
    <dgm:cxn modelId="{ACD8D58A-80A5-4BA9-8182-1FBA09CCEAD7}" type="presParOf" srcId="{DAD8A092-54D0-43B0-B536-C4F886607369}" destId="{AFAD4448-237A-4E6D-BFBB-A0EDC455313D}" srcOrd="3" destOrd="0" presId="urn:microsoft.com/office/officeart/2018/2/layout/IconVerticalSolidList"/>
    <dgm:cxn modelId="{67195A19-AA58-4F4A-95CB-1B01F0FADF34}" type="presParOf" srcId="{945CB7DE-FDAD-417B-BF0F-020A84CA9676}" destId="{F668E2FC-5175-462F-9D89-B599301D998F}" srcOrd="7" destOrd="0" presId="urn:microsoft.com/office/officeart/2018/2/layout/IconVerticalSolidList"/>
    <dgm:cxn modelId="{529267BD-19AD-43F3-9F27-9839109090C7}" type="presParOf" srcId="{945CB7DE-FDAD-417B-BF0F-020A84CA9676}" destId="{8809A50F-CFD6-4045-BA08-3BDFC541DBC5}" srcOrd="8" destOrd="0" presId="urn:microsoft.com/office/officeart/2018/2/layout/IconVerticalSolidList"/>
    <dgm:cxn modelId="{31DA2E5C-0B88-4FE6-86D4-DFB210B65E39}" type="presParOf" srcId="{8809A50F-CFD6-4045-BA08-3BDFC541DBC5}" destId="{333EA9BC-B991-410B-AE06-B0C045E01CDE}" srcOrd="0" destOrd="0" presId="urn:microsoft.com/office/officeart/2018/2/layout/IconVerticalSolidList"/>
    <dgm:cxn modelId="{F8AB31DD-903A-4782-B7BD-3AF3BF0DF02B}" type="presParOf" srcId="{8809A50F-CFD6-4045-BA08-3BDFC541DBC5}" destId="{0DDB8099-73CA-4DF0-AA1C-CD83FBE3720F}" srcOrd="1" destOrd="0" presId="urn:microsoft.com/office/officeart/2018/2/layout/IconVerticalSolidList"/>
    <dgm:cxn modelId="{97D22391-4E13-4EB5-A8BF-55330EFBE843}" type="presParOf" srcId="{8809A50F-CFD6-4045-BA08-3BDFC541DBC5}" destId="{B50CFAC9-9F1F-4EED-ADD3-CB57EE3F5218}" srcOrd="2" destOrd="0" presId="urn:microsoft.com/office/officeart/2018/2/layout/IconVerticalSolidList"/>
    <dgm:cxn modelId="{452D98FA-E658-40EE-AB2A-2BB97A1A25A2}" type="presParOf" srcId="{8809A50F-CFD6-4045-BA08-3BDFC541DBC5}" destId="{E34C4B1E-BC2B-4536-A2A5-0344773DA973}" srcOrd="3" destOrd="0" presId="urn:microsoft.com/office/officeart/2018/2/layout/IconVerticalSolidList"/>
    <dgm:cxn modelId="{B0776483-EBB2-4910-9329-F561970D0310}" type="presParOf" srcId="{945CB7DE-FDAD-417B-BF0F-020A84CA9676}" destId="{685B101C-6B62-4B1B-B4F8-64D7CBBCBA75}" srcOrd="9" destOrd="0" presId="urn:microsoft.com/office/officeart/2018/2/layout/IconVerticalSolidList"/>
    <dgm:cxn modelId="{12B81BE4-1169-4722-BA32-77B79328D1E8}" type="presParOf" srcId="{945CB7DE-FDAD-417B-BF0F-020A84CA9676}" destId="{16F47F83-3C01-49F7-97BD-83E0D1515169}" srcOrd="10" destOrd="0" presId="urn:microsoft.com/office/officeart/2018/2/layout/IconVerticalSolidList"/>
    <dgm:cxn modelId="{1CCFA182-9459-448C-81C6-9DA0A5C442D1}" type="presParOf" srcId="{16F47F83-3C01-49F7-97BD-83E0D1515169}" destId="{EA1BCCFF-4EDA-4E45-B6B3-934A2D2B996C}" srcOrd="0" destOrd="0" presId="urn:microsoft.com/office/officeart/2018/2/layout/IconVerticalSolidList"/>
    <dgm:cxn modelId="{ACE80D1C-FA6C-463E-AE32-30A5C5A897B9}" type="presParOf" srcId="{16F47F83-3C01-49F7-97BD-83E0D1515169}" destId="{8ADB96AD-17FB-4CF7-8CE9-347A1536AD45}" srcOrd="1" destOrd="0" presId="urn:microsoft.com/office/officeart/2018/2/layout/IconVerticalSolidList"/>
    <dgm:cxn modelId="{891CB586-65F8-44AD-BA0A-563F308BE409}" type="presParOf" srcId="{16F47F83-3C01-49F7-97BD-83E0D1515169}" destId="{4A6F4A8B-88A7-4C86-A9D3-BA17EA00D4E4}" srcOrd="2" destOrd="0" presId="urn:microsoft.com/office/officeart/2018/2/layout/IconVerticalSolidList"/>
    <dgm:cxn modelId="{7A338D6A-6920-4CC2-B602-1713125671E1}" type="presParOf" srcId="{16F47F83-3C01-49F7-97BD-83E0D1515169}" destId="{AE459D78-AD42-49A3-99AE-90DBF1CFC5E0}" srcOrd="3" destOrd="0" presId="urn:microsoft.com/office/officeart/2018/2/layout/IconVerticalSolidList"/>
    <dgm:cxn modelId="{CC225987-0BF7-4C22-A5E3-A96122B1D76E}" type="presParOf" srcId="{945CB7DE-FDAD-417B-BF0F-020A84CA9676}" destId="{2EE00845-A80D-4243-A0C4-B68209478D2B}" srcOrd="11" destOrd="0" presId="urn:microsoft.com/office/officeart/2018/2/layout/IconVerticalSolidList"/>
    <dgm:cxn modelId="{CA418D77-8846-4CFB-A280-FC3D5D16F108}" type="presParOf" srcId="{945CB7DE-FDAD-417B-BF0F-020A84CA9676}" destId="{7A11DEA8-A610-45AC-AD5F-0A60D0EF1FE6}" srcOrd="12" destOrd="0" presId="urn:microsoft.com/office/officeart/2018/2/layout/IconVerticalSolidList"/>
    <dgm:cxn modelId="{E47F2578-FD22-4849-BD6E-A882F52ABE2D}" type="presParOf" srcId="{7A11DEA8-A610-45AC-AD5F-0A60D0EF1FE6}" destId="{A9EE2053-8039-4CAA-8C7A-0ECD33069B21}" srcOrd="0" destOrd="0" presId="urn:microsoft.com/office/officeart/2018/2/layout/IconVerticalSolidList"/>
    <dgm:cxn modelId="{FE686B46-E57D-4444-BB33-2008B5CD3AC8}" type="presParOf" srcId="{7A11DEA8-A610-45AC-AD5F-0A60D0EF1FE6}" destId="{F0F36DF6-F13A-4DEA-AAB0-59F8712BBA11}" srcOrd="1" destOrd="0" presId="urn:microsoft.com/office/officeart/2018/2/layout/IconVerticalSolidList"/>
    <dgm:cxn modelId="{0D94CECE-2C8E-4550-BAB8-52262ABA2882}" type="presParOf" srcId="{7A11DEA8-A610-45AC-AD5F-0A60D0EF1FE6}" destId="{5790C0C6-3F3C-43B1-9171-CF2D83C62EB3}" srcOrd="2" destOrd="0" presId="urn:microsoft.com/office/officeart/2018/2/layout/IconVerticalSolidList"/>
    <dgm:cxn modelId="{9B18DD2B-DECB-488A-A02E-5DD2E3A6EAAE}" type="presParOf" srcId="{7A11DEA8-A610-45AC-AD5F-0A60D0EF1FE6}" destId="{CCEE4C40-BD84-44C4-8421-E28748BF918D}" srcOrd="3" destOrd="0" presId="urn:microsoft.com/office/officeart/2018/2/layout/IconVerticalSolidList"/>
    <dgm:cxn modelId="{A9BA0253-F457-4358-A556-BDB058153AE9}" type="presParOf" srcId="{945CB7DE-FDAD-417B-BF0F-020A84CA9676}" destId="{F3A25970-F885-46D1-A652-09327F8BFB31}" srcOrd="13" destOrd="0" presId="urn:microsoft.com/office/officeart/2018/2/layout/IconVerticalSolidList"/>
    <dgm:cxn modelId="{8EFD6224-21ED-4599-A8F7-9121F2C02A6E}" type="presParOf" srcId="{945CB7DE-FDAD-417B-BF0F-020A84CA9676}" destId="{093868B9-6C52-46DE-B2F9-FE8E76301C2A}" srcOrd="14" destOrd="0" presId="urn:microsoft.com/office/officeart/2018/2/layout/IconVerticalSolidList"/>
    <dgm:cxn modelId="{EFF34FA6-880F-4C07-9F5D-4A2EC2E3938E}" type="presParOf" srcId="{093868B9-6C52-46DE-B2F9-FE8E76301C2A}" destId="{D75DC742-860B-4D0B-97B8-0D3467296CFF}" srcOrd="0" destOrd="0" presId="urn:microsoft.com/office/officeart/2018/2/layout/IconVerticalSolidList"/>
    <dgm:cxn modelId="{2847D2F1-5B5E-4D42-85D7-74D4ADAE6970}" type="presParOf" srcId="{093868B9-6C52-46DE-B2F9-FE8E76301C2A}" destId="{841230E3-7EF0-4C12-A7B7-16A235403524}" srcOrd="1" destOrd="0" presId="urn:microsoft.com/office/officeart/2018/2/layout/IconVerticalSolidList"/>
    <dgm:cxn modelId="{5AFDFF26-11F3-44D4-8F26-8B28D353941D}" type="presParOf" srcId="{093868B9-6C52-46DE-B2F9-FE8E76301C2A}" destId="{D024504F-30F6-48FA-A504-457A146E23E2}" srcOrd="2" destOrd="0" presId="urn:microsoft.com/office/officeart/2018/2/layout/IconVerticalSolidList"/>
    <dgm:cxn modelId="{680E40B5-F60A-4D94-963D-F4B4FABA2B2E}" type="presParOf" srcId="{093868B9-6C52-46DE-B2F9-FE8E76301C2A}" destId="{DB77440B-DBC5-4643-81CA-F58FD467D54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B3C7912-1D9A-48F1-BA85-D32352A9BEF0}"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B9556646-FFAB-4A8C-9286-32D3959BC621}">
      <dgm:prSet/>
      <dgm:spPr/>
      <dgm:t>
        <a:bodyPr/>
        <a:lstStyle/>
        <a:p>
          <a:pPr>
            <a:lnSpc>
              <a:spcPct val="100000"/>
            </a:lnSpc>
          </a:pPr>
          <a:r>
            <a:rPr lang="en-IN" b="0" i="0" dirty="0"/>
            <a:t>Implements secure LSB steganography to embed an RSA-encrypted secret message within an image pixel data.</a:t>
          </a:r>
          <a:br>
            <a:rPr lang="en-IN" b="0" i="0" dirty="0"/>
          </a:br>
          <a:endParaRPr lang="en-US" dirty="0"/>
        </a:p>
      </dgm:t>
    </dgm:pt>
    <dgm:pt modelId="{F9C18D0F-C734-4C76-A3BD-62CB8727E325}" type="parTrans" cxnId="{EEC20CEE-FF83-44B1-8AD8-0A41D01ADDDA}">
      <dgm:prSet/>
      <dgm:spPr/>
      <dgm:t>
        <a:bodyPr/>
        <a:lstStyle/>
        <a:p>
          <a:endParaRPr lang="en-US"/>
        </a:p>
      </dgm:t>
    </dgm:pt>
    <dgm:pt modelId="{00296894-1394-4B0E-B861-B41546632BE2}" type="sibTrans" cxnId="{EEC20CEE-FF83-44B1-8AD8-0A41D01ADDDA}">
      <dgm:prSet/>
      <dgm:spPr/>
      <dgm:t>
        <a:bodyPr/>
        <a:lstStyle/>
        <a:p>
          <a:endParaRPr lang="en-US"/>
        </a:p>
      </dgm:t>
    </dgm:pt>
    <dgm:pt modelId="{D597E3D7-3CAF-4F86-8890-29370A1A14FD}">
      <dgm:prSet/>
      <dgm:spPr/>
      <dgm:t>
        <a:bodyPr/>
        <a:lstStyle/>
        <a:p>
          <a:pPr>
            <a:lnSpc>
              <a:spcPct val="100000"/>
            </a:lnSpc>
          </a:pPr>
          <a:r>
            <a:rPr lang="en-IN" b="0" i="0" dirty="0"/>
            <a:t>Utilizes lossless PNG format to maintain hidden data integrity.</a:t>
          </a:r>
          <a:br>
            <a:rPr lang="en-IN" b="0" i="0" dirty="0"/>
          </a:br>
          <a:endParaRPr lang="en-US" dirty="0"/>
        </a:p>
      </dgm:t>
    </dgm:pt>
    <dgm:pt modelId="{837BF316-3E92-44B3-905D-488E3FED905C}" type="parTrans" cxnId="{80D09CC7-A5DE-4709-A013-3969E45DFCDC}">
      <dgm:prSet/>
      <dgm:spPr/>
      <dgm:t>
        <a:bodyPr/>
        <a:lstStyle/>
        <a:p>
          <a:endParaRPr lang="en-US"/>
        </a:p>
      </dgm:t>
    </dgm:pt>
    <dgm:pt modelId="{11004CB4-1369-4221-B3A1-49399F29F144}" type="sibTrans" cxnId="{80D09CC7-A5DE-4709-A013-3969E45DFCDC}">
      <dgm:prSet/>
      <dgm:spPr/>
      <dgm:t>
        <a:bodyPr/>
        <a:lstStyle/>
        <a:p>
          <a:endParaRPr lang="en-US"/>
        </a:p>
      </dgm:t>
    </dgm:pt>
    <dgm:pt modelId="{A273C388-CFC2-4F39-AC54-13616CAFE667}">
      <dgm:prSet/>
      <dgm:spPr/>
      <dgm:t>
        <a:bodyPr/>
        <a:lstStyle/>
        <a:p>
          <a:pPr>
            <a:lnSpc>
              <a:spcPct val="100000"/>
            </a:lnSpc>
          </a:pPr>
          <a:r>
            <a:rPr lang="en-IN" b="0" i="0" dirty="0"/>
            <a:t>Uses Open CV for efficient image handling and manipulation.</a:t>
          </a:r>
          <a:br>
            <a:rPr lang="en-IN" b="0" i="0" dirty="0"/>
          </a:br>
          <a:endParaRPr lang="en-US" dirty="0"/>
        </a:p>
      </dgm:t>
    </dgm:pt>
    <dgm:pt modelId="{42571563-A3E0-44EF-9166-0F85E2D934BF}" type="parTrans" cxnId="{CF39707A-4D45-4CA1-AF27-103AB6B96F29}">
      <dgm:prSet/>
      <dgm:spPr/>
      <dgm:t>
        <a:bodyPr/>
        <a:lstStyle/>
        <a:p>
          <a:endParaRPr lang="en-US"/>
        </a:p>
      </dgm:t>
    </dgm:pt>
    <dgm:pt modelId="{8BE0AD7C-6B3C-41ED-9600-19121EE8237C}" type="sibTrans" cxnId="{CF39707A-4D45-4CA1-AF27-103AB6B96F29}">
      <dgm:prSet/>
      <dgm:spPr/>
      <dgm:t>
        <a:bodyPr/>
        <a:lstStyle/>
        <a:p>
          <a:endParaRPr lang="en-US"/>
        </a:p>
      </dgm:t>
    </dgm:pt>
    <dgm:pt modelId="{F18F20FA-7C32-42C2-B2FB-C74DDAD2A8EF}">
      <dgm:prSet/>
      <dgm:spPr/>
      <dgm:t>
        <a:bodyPr/>
        <a:lstStyle/>
        <a:p>
          <a:pPr>
            <a:lnSpc>
              <a:spcPct val="100000"/>
            </a:lnSpc>
          </a:pPr>
          <a:r>
            <a:rPr lang="en-US" dirty="0"/>
            <a:t>Passcode- based access control ensures only authorized users can decrypt the message </a:t>
          </a:r>
        </a:p>
      </dgm:t>
    </dgm:pt>
    <dgm:pt modelId="{76E987E4-FE7D-4049-B2B1-0206B563731A}" type="parTrans" cxnId="{7018497F-49F2-4F3A-8DE3-B0014CE48411}">
      <dgm:prSet/>
      <dgm:spPr/>
      <dgm:t>
        <a:bodyPr/>
        <a:lstStyle/>
        <a:p>
          <a:endParaRPr lang="en-IN"/>
        </a:p>
      </dgm:t>
    </dgm:pt>
    <dgm:pt modelId="{E6AC0203-302C-4D74-8364-63E35A91AB9D}" type="sibTrans" cxnId="{7018497F-49F2-4F3A-8DE3-B0014CE48411}">
      <dgm:prSet/>
      <dgm:spPr/>
      <dgm:t>
        <a:bodyPr/>
        <a:lstStyle/>
        <a:p>
          <a:endParaRPr lang="en-IN"/>
        </a:p>
      </dgm:t>
    </dgm:pt>
    <dgm:pt modelId="{A4FA24B2-FA6E-45A2-AC89-CFDDE25438C7}" type="pres">
      <dgm:prSet presAssocID="{9B3C7912-1D9A-48F1-BA85-D32352A9BEF0}" presName="root" presStyleCnt="0">
        <dgm:presLayoutVars>
          <dgm:dir/>
          <dgm:resizeHandles val="exact"/>
        </dgm:presLayoutVars>
      </dgm:prSet>
      <dgm:spPr/>
    </dgm:pt>
    <dgm:pt modelId="{06C3EFCD-905C-47E6-AD11-0B2D14739CE1}" type="pres">
      <dgm:prSet presAssocID="{B9556646-FFAB-4A8C-9286-32D3959BC621}" presName="compNode" presStyleCnt="0"/>
      <dgm:spPr/>
    </dgm:pt>
    <dgm:pt modelId="{F3215CF0-E03A-4A8D-827B-18E85C3C5EEA}" type="pres">
      <dgm:prSet presAssocID="{B9556646-FFAB-4A8C-9286-32D3959BC621}" presName="bgRect" presStyleLbl="bgShp" presStyleIdx="0" presStyleCnt="4"/>
      <dgm:spPr/>
    </dgm:pt>
    <dgm:pt modelId="{76FCB335-4522-46CE-B5A8-2B8618C9993E}" type="pres">
      <dgm:prSet presAssocID="{B9556646-FFAB-4A8C-9286-32D3959BC62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code"/>
        </a:ext>
      </dgm:extLst>
    </dgm:pt>
    <dgm:pt modelId="{132E34EC-BC75-442F-89EF-025C330DF92B}" type="pres">
      <dgm:prSet presAssocID="{B9556646-FFAB-4A8C-9286-32D3959BC621}" presName="spaceRect" presStyleCnt="0"/>
      <dgm:spPr/>
    </dgm:pt>
    <dgm:pt modelId="{F4EC3EE2-C7B0-410E-9F32-1AF00E78936F}" type="pres">
      <dgm:prSet presAssocID="{B9556646-FFAB-4A8C-9286-32D3959BC621}" presName="parTx" presStyleLbl="revTx" presStyleIdx="0" presStyleCnt="4">
        <dgm:presLayoutVars>
          <dgm:chMax val="0"/>
          <dgm:chPref val="0"/>
        </dgm:presLayoutVars>
      </dgm:prSet>
      <dgm:spPr/>
    </dgm:pt>
    <dgm:pt modelId="{B4F59A5F-3E74-429B-90A0-AF55BD752E4E}" type="pres">
      <dgm:prSet presAssocID="{00296894-1394-4B0E-B861-B41546632BE2}" presName="sibTrans" presStyleCnt="0"/>
      <dgm:spPr/>
    </dgm:pt>
    <dgm:pt modelId="{F78D89BD-D7B9-4500-838A-172B6ED42FFF}" type="pres">
      <dgm:prSet presAssocID="{D597E3D7-3CAF-4F86-8890-29370A1A14FD}" presName="compNode" presStyleCnt="0"/>
      <dgm:spPr/>
    </dgm:pt>
    <dgm:pt modelId="{A5D374C7-4726-44D7-8679-D57141F784DA}" type="pres">
      <dgm:prSet presAssocID="{D597E3D7-3CAF-4F86-8890-29370A1A14FD}" presName="bgRect" presStyleLbl="bgShp" presStyleIdx="1" presStyleCnt="4"/>
      <dgm:spPr/>
    </dgm:pt>
    <dgm:pt modelId="{D31C647A-D4E4-4B95-BAB4-1202D9247606}" type="pres">
      <dgm:prSet presAssocID="{D597E3D7-3CAF-4F86-8890-29370A1A14F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hredder"/>
        </a:ext>
      </dgm:extLst>
    </dgm:pt>
    <dgm:pt modelId="{8F5CB6F9-0E66-43E1-A197-DBF9DE88F318}" type="pres">
      <dgm:prSet presAssocID="{D597E3D7-3CAF-4F86-8890-29370A1A14FD}" presName="spaceRect" presStyleCnt="0"/>
      <dgm:spPr/>
    </dgm:pt>
    <dgm:pt modelId="{949ACB06-8860-416F-B570-CACB1248498F}" type="pres">
      <dgm:prSet presAssocID="{D597E3D7-3CAF-4F86-8890-29370A1A14FD}" presName="parTx" presStyleLbl="revTx" presStyleIdx="1" presStyleCnt="4">
        <dgm:presLayoutVars>
          <dgm:chMax val="0"/>
          <dgm:chPref val="0"/>
        </dgm:presLayoutVars>
      </dgm:prSet>
      <dgm:spPr/>
    </dgm:pt>
    <dgm:pt modelId="{41DA11D0-A339-47C3-84C2-C5365F1632CE}" type="pres">
      <dgm:prSet presAssocID="{11004CB4-1369-4221-B3A1-49399F29F144}" presName="sibTrans" presStyleCnt="0"/>
      <dgm:spPr/>
    </dgm:pt>
    <dgm:pt modelId="{8A8D239D-E502-48AE-9561-3F27C79967B2}" type="pres">
      <dgm:prSet presAssocID="{A273C388-CFC2-4F39-AC54-13616CAFE667}" presName="compNode" presStyleCnt="0"/>
      <dgm:spPr/>
    </dgm:pt>
    <dgm:pt modelId="{15E0935D-9163-4FF8-8DE0-7A36D7DFF981}" type="pres">
      <dgm:prSet presAssocID="{A273C388-CFC2-4F39-AC54-13616CAFE667}" presName="bgRect" presStyleLbl="bgShp" presStyleIdx="2" presStyleCnt="4"/>
      <dgm:spPr/>
    </dgm:pt>
    <dgm:pt modelId="{5C55B1D3-4CF2-4DBA-8C55-1AA4A6CC4BA8}" type="pres">
      <dgm:prSet presAssocID="{A273C388-CFC2-4F39-AC54-13616CAFE66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nlock"/>
        </a:ext>
      </dgm:extLst>
    </dgm:pt>
    <dgm:pt modelId="{AE77AF7B-13B3-4A1A-81D2-7D9486CE2F88}" type="pres">
      <dgm:prSet presAssocID="{A273C388-CFC2-4F39-AC54-13616CAFE667}" presName="spaceRect" presStyleCnt="0"/>
      <dgm:spPr/>
    </dgm:pt>
    <dgm:pt modelId="{61B612D8-101A-4755-B955-65C1621933C1}" type="pres">
      <dgm:prSet presAssocID="{A273C388-CFC2-4F39-AC54-13616CAFE667}" presName="parTx" presStyleLbl="revTx" presStyleIdx="2" presStyleCnt="4">
        <dgm:presLayoutVars>
          <dgm:chMax val="0"/>
          <dgm:chPref val="0"/>
        </dgm:presLayoutVars>
      </dgm:prSet>
      <dgm:spPr/>
    </dgm:pt>
    <dgm:pt modelId="{74E81CFB-1918-462F-A082-48DD97C45C19}" type="pres">
      <dgm:prSet presAssocID="{8BE0AD7C-6B3C-41ED-9600-19121EE8237C}" presName="sibTrans" presStyleCnt="0"/>
      <dgm:spPr/>
    </dgm:pt>
    <dgm:pt modelId="{92978F7A-1D5D-4681-B10D-42FF44678809}" type="pres">
      <dgm:prSet presAssocID="{F18F20FA-7C32-42C2-B2FB-C74DDAD2A8EF}" presName="compNode" presStyleCnt="0"/>
      <dgm:spPr/>
    </dgm:pt>
    <dgm:pt modelId="{18875F5A-1335-4CD8-8ABD-453BC3D9ED13}" type="pres">
      <dgm:prSet presAssocID="{F18F20FA-7C32-42C2-B2FB-C74DDAD2A8EF}" presName="bgRect" presStyleLbl="bgShp" presStyleIdx="3" presStyleCnt="4"/>
      <dgm:spPr/>
    </dgm:pt>
    <dgm:pt modelId="{FEAD8E57-343E-4690-B24A-ABC320105222}" type="pres">
      <dgm:prSet presAssocID="{F18F20FA-7C32-42C2-B2FB-C74DDAD2A8EF}" presName="iconRect" presStyleLbl="node1" presStyleIdx="3" presStyleCnt="4"/>
      <dgm:spPr/>
    </dgm:pt>
    <dgm:pt modelId="{19E00888-E794-492D-BF9A-7B8911B8CB6D}" type="pres">
      <dgm:prSet presAssocID="{F18F20FA-7C32-42C2-B2FB-C74DDAD2A8EF}" presName="spaceRect" presStyleCnt="0"/>
      <dgm:spPr/>
    </dgm:pt>
    <dgm:pt modelId="{84D7922A-DDFB-4C7C-98D3-F9F6E8BBDDAE}" type="pres">
      <dgm:prSet presAssocID="{F18F20FA-7C32-42C2-B2FB-C74DDAD2A8EF}" presName="parTx" presStyleLbl="revTx" presStyleIdx="3" presStyleCnt="4">
        <dgm:presLayoutVars>
          <dgm:chMax val="0"/>
          <dgm:chPref val="0"/>
        </dgm:presLayoutVars>
      </dgm:prSet>
      <dgm:spPr/>
    </dgm:pt>
  </dgm:ptLst>
  <dgm:cxnLst>
    <dgm:cxn modelId="{EB37F635-1D4F-4B99-9A82-7497E0840637}" type="presOf" srcId="{B9556646-FFAB-4A8C-9286-32D3959BC621}" destId="{F4EC3EE2-C7B0-410E-9F32-1AF00E78936F}" srcOrd="0" destOrd="0" presId="urn:microsoft.com/office/officeart/2018/2/layout/IconVerticalSolidList"/>
    <dgm:cxn modelId="{CF39707A-4D45-4CA1-AF27-103AB6B96F29}" srcId="{9B3C7912-1D9A-48F1-BA85-D32352A9BEF0}" destId="{A273C388-CFC2-4F39-AC54-13616CAFE667}" srcOrd="2" destOrd="0" parTransId="{42571563-A3E0-44EF-9166-0F85E2D934BF}" sibTransId="{8BE0AD7C-6B3C-41ED-9600-19121EE8237C}"/>
    <dgm:cxn modelId="{7018497F-49F2-4F3A-8DE3-B0014CE48411}" srcId="{9B3C7912-1D9A-48F1-BA85-D32352A9BEF0}" destId="{F18F20FA-7C32-42C2-B2FB-C74DDAD2A8EF}" srcOrd="3" destOrd="0" parTransId="{76E987E4-FE7D-4049-B2B1-0206B563731A}" sibTransId="{E6AC0203-302C-4D74-8364-63E35A91AB9D}"/>
    <dgm:cxn modelId="{EBC3498D-44E1-497B-B803-50486B8018EF}" type="presOf" srcId="{D597E3D7-3CAF-4F86-8890-29370A1A14FD}" destId="{949ACB06-8860-416F-B570-CACB1248498F}" srcOrd="0" destOrd="0" presId="urn:microsoft.com/office/officeart/2018/2/layout/IconVerticalSolidList"/>
    <dgm:cxn modelId="{93F8D9AF-67F0-49FA-BD1A-C52CE56678BB}" type="presOf" srcId="{A273C388-CFC2-4F39-AC54-13616CAFE667}" destId="{61B612D8-101A-4755-B955-65C1621933C1}" srcOrd="0" destOrd="0" presId="urn:microsoft.com/office/officeart/2018/2/layout/IconVerticalSolidList"/>
    <dgm:cxn modelId="{80D09CC7-A5DE-4709-A013-3969E45DFCDC}" srcId="{9B3C7912-1D9A-48F1-BA85-D32352A9BEF0}" destId="{D597E3D7-3CAF-4F86-8890-29370A1A14FD}" srcOrd="1" destOrd="0" parTransId="{837BF316-3E92-44B3-905D-488E3FED905C}" sibTransId="{11004CB4-1369-4221-B3A1-49399F29F144}"/>
    <dgm:cxn modelId="{3AF5C7CC-029A-4106-949C-8055AD533AF1}" type="presOf" srcId="{F18F20FA-7C32-42C2-B2FB-C74DDAD2A8EF}" destId="{84D7922A-DDFB-4C7C-98D3-F9F6E8BBDDAE}" srcOrd="0" destOrd="0" presId="urn:microsoft.com/office/officeart/2018/2/layout/IconVerticalSolidList"/>
    <dgm:cxn modelId="{EEC20CEE-FF83-44B1-8AD8-0A41D01ADDDA}" srcId="{9B3C7912-1D9A-48F1-BA85-D32352A9BEF0}" destId="{B9556646-FFAB-4A8C-9286-32D3959BC621}" srcOrd="0" destOrd="0" parTransId="{F9C18D0F-C734-4C76-A3BD-62CB8727E325}" sibTransId="{00296894-1394-4B0E-B861-B41546632BE2}"/>
    <dgm:cxn modelId="{0B2FB8F2-5EB3-4A46-A7AB-AB0ABA1961F1}" type="presOf" srcId="{9B3C7912-1D9A-48F1-BA85-D32352A9BEF0}" destId="{A4FA24B2-FA6E-45A2-AC89-CFDDE25438C7}" srcOrd="0" destOrd="0" presId="urn:microsoft.com/office/officeart/2018/2/layout/IconVerticalSolidList"/>
    <dgm:cxn modelId="{3849E68C-F774-4D43-9B2B-64532A847462}" type="presParOf" srcId="{A4FA24B2-FA6E-45A2-AC89-CFDDE25438C7}" destId="{06C3EFCD-905C-47E6-AD11-0B2D14739CE1}" srcOrd="0" destOrd="0" presId="urn:microsoft.com/office/officeart/2018/2/layout/IconVerticalSolidList"/>
    <dgm:cxn modelId="{36173599-CEAA-44FC-A8B1-43A586F42912}" type="presParOf" srcId="{06C3EFCD-905C-47E6-AD11-0B2D14739CE1}" destId="{F3215CF0-E03A-4A8D-827B-18E85C3C5EEA}" srcOrd="0" destOrd="0" presId="urn:microsoft.com/office/officeart/2018/2/layout/IconVerticalSolidList"/>
    <dgm:cxn modelId="{9C4444DF-C7CA-42CA-A03E-E8EDB25F7B5D}" type="presParOf" srcId="{06C3EFCD-905C-47E6-AD11-0B2D14739CE1}" destId="{76FCB335-4522-46CE-B5A8-2B8618C9993E}" srcOrd="1" destOrd="0" presId="urn:microsoft.com/office/officeart/2018/2/layout/IconVerticalSolidList"/>
    <dgm:cxn modelId="{794FEA04-20BD-44F0-B92A-C7A8348E4CDE}" type="presParOf" srcId="{06C3EFCD-905C-47E6-AD11-0B2D14739CE1}" destId="{132E34EC-BC75-442F-89EF-025C330DF92B}" srcOrd="2" destOrd="0" presId="urn:microsoft.com/office/officeart/2018/2/layout/IconVerticalSolidList"/>
    <dgm:cxn modelId="{619C2A21-0768-470B-9908-19161D16679F}" type="presParOf" srcId="{06C3EFCD-905C-47E6-AD11-0B2D14739CE1}" destId="{F4EC3EE2-C7B0-410E-9F32-1AF00E78936F}" srcOrd="3" destOrd="0" presId="urn:microsoft.com/office/officeart/2018/2/layout/IconVerticalSolidList"/>
    <dgm:cxn modelId="{38B7DD2F-FCE5-4047-AEAC-93C962F3BC8C}" type="presParOf" srcId="{A4FA24B2-FA6E-45A2-AC89-CFDDE25438C7}" destId="{B4F59A5F-3E74-429B-90A0-AF55BD752E4E}" srcOrd="1" destOrd="0" presId="urn:microsoft.com/office/officeart/2018/2/layout/IconVerticalSolidList"/>
    <dgm:cxn modelId="{E5724EF1-6E98-45FC-A3F5-E9A08797154C}" type="presParOf" srcId="{A4FA24B2-FA6E-45A2-AC89-CFDDE25438C7}" destId="{F78D89BD-D7B9-4500-838A-172B6ED42FFF}" srcOrd="2" destOrd="0" presId="urn:microsoft.com/office/officeart/2018/2/layout/IconVerticalSolidList"/>
    <dgm:cxn modelId="{40DBD074-ED10-4BD0-8817-744EC4FCCB33}" type="presParOf" srcId="{F78D89BD-D7B9-4500-838A-172B6ED42FFF}" destId="{A5D374C7-4726-44D7-8679-D57141F784DA}" srcOrd="0" destOrd="0" presId="urn:microsoft.com/office/officeart/2018/2/layout/IconVerticalSolidList"/>
    <dgm:cxn modelId="{4CFEB308-89EA-47F9-A27A-2F5880F99B6C}" type="presParOf" srcId="{F78D89BD-D7B9-4500-838A-172B6ED42FFF}" destId="{D31C647A-D4E4-4B95-BAB4-1202D9247606}" srcOrd="1" destOrd="0" presId="urn:microsoft.com/office/officeart/2018/2/layout/IconVerticalSolidList"/>
    <dgm:cxn modelId="{E3860D16-179D-4984-ACAD-4C1F82B0905A}" type="presParOf" srcId="{F78D89BD-D7B9-4500-838A-172B6ED42FFF}" destId="{8F5CB6F9-0E66-43E1-A197-DBF9DE88F318}" srcOrd="2" destOrd="0" presId="urn:microsoft.com/office/officeart/2018/2/layout/IconVerticalSolidList"/>
    <dgm:cxn modelId="{D2451E09-B00C-4970-B9A2-A23793FD63FD}" type="presParOf" srcId="{F78D89BD-D7B9-4500-838A-172B6ED42FFF}" destId="{949ACB06-8860-416F-B570-CACB1248498F}" srcOrd="3" destOrd="0" presId="urn:microsoft.com/office/officeart/2018/2/layout/IconVerticalSolidList"/>
    <dgm:cxn modelId="{A03835A2-1D99-49E8-A994-AA8A3CE3C53C}" type="presParOf" srcId="{A4FA24B2-FA6E-45A2-AC89-CFDDE25438C7}" destId="{41DA11D0-A339-47C3-84C2-C5365F1632CE}" srcOrd="3" destOrd="0" presId="urn:microsoft.com/office/officeart/2018/2/layout/IconVerticalSolidList"/>
    <dgm:cxn modelId="{0B50160F-BE9A-44C6-A381-97A92784BD10}" type="presParOf" srcId="{A4FA24B2-FA6E-45A2-AC89-CFDDE25438C7}" destId="{8A8D239D-E502-48AE-9561-3F27C79967B2}" srcOrd="4" destOrd="0" presId="urn:microsoft.com/office/officeart/2018/2/layout/IconVerticalSolidList"/>
    <dgm:cxn modelId="{8239532E-469D-4082-B671-30B33AE17528}" type="presParOf" srcId="{8A8D239D-E502-48AE-9561-3F27C79967B2}" destId="{15E0935D-9163-4FF8-8DE0-7A36D7DFF981}" srcOrd="0" destOrd="0" presId="urn:microsoft.com/office/officeart/2018/2/layout/IconVerticalSolidList"/>
    <dgm:cxn modelId="{D4DA9353-9151-4405-9CA2-C8A3C7965F47}" type="presParOf" srcId="{8A8D239D-E502-48AE-9561-3F27C79967B2}" destId="{5C55B1D3-4CF2-4DBA-8C55-1AA4A6CC4BA8}" srcOrd="1" destOrd="0" presId="urn:microsoft.com/office/officeart/2018/2/layout/IconVerticalSolidList"/>
    <dgm:cxn modelId="{E7D76EBC-E4E2-4617-9F61-21620667B92A}" type="presParOf" srcId="{8A8D239D-E502-48AE-9561-3F27C79967B2}" destId="{AE77AF7B-13B3-4A1A-81D2-7D9486CE2F88}" srcOrd="2" destOrd="0" presId="urn:microsoft.com/office/officeart/2018/2/layout/IconVerticalSolidList"/>
    <dgm:cxn modelId="{EA7F360E-2F7D-437E-986B-03A6448290D3}" type="presParOf" srcId="{8A8D239D-E502-48AE-9561-3F27C79967B2}" destId="{61B612D8-101A-4755-B955-65C1621933C1}" srcOrd="3" destOrd="0" presId="urn:microsoft.com/office/officeart/2018/2/layout/IconVerticalSolidList"/>
    <dgm:cxn modelId="{01DEE66D-9E8F-49E2-967E-8274E7BA2A75}" type="presParOf" srcId="{A4FA24B2-FA6E-45A2-AC89-CFDDE25438C7}" destId="{74E81CFB-1918-462F-A082-48DD97C45C19}" srcOrd="5" destOrd="0" presId="urn:microsoft.com/office/officeart/2018/2/layout/IconVerticalSolidList"/>
    <dgm:cxn modelId="{3FA1CA35-0B6B-4B29-B97E-FE5DF7A459FE}" type="presParOf" srcId="{A4FA24B2-FA6E-45A2-AC89-CFDDE25438C7}" destId="{92978F7A-1D5D-4681-B10D-42FF44678809}" srcOrd="6" destOrd="0" presId="urn:microsoft.com/office/officeart/2018/2/layout/IconVerticalSolidList"/>
    <dgm:cxn modelId="{613CB4A6-267A-4986-8F09-A34075A4C6D9}" type="presParOf" srcId="{92978F7A-1D5D-4681-B10D-42FF44678809}" destId="{18875F5A-1335-4CD8-8ABD-453BC3D9ED13}" srcOrd="0" destOrd="0" presId="urn:microsoft.com/office/officeart/2018/2/layout/IconVerticalSolidList"/>
    <dgm:cxn modelId="{3937AB8C-C0E2-411A-885B-C6DDE045CB37}" type="presParOf" srcId="{92978F7A-1D5D-4681-B10D-42FF44678809}" destId="{FEAD8E57-343E-4690-B24A-ABC320105222}" srcOrd="1" destOrd="0" presId="urn:microsoft.com/office/officeart/2018/2/layout/IconVerticalSolidList"/>
    <dgm:cxn modelId="{570576B7-D695-46B9-9A1C-8959A6C9C1BC}" type="presParOf" srcId="{92978F7A-1D5D-4681-B10D-42FF44678809}" destId="{19E00888-E794-492D-BF9A-7B8911B8CB6D}" srcOrd="2" destOrd="0" presId="urn:microsoft.com/office/officeart/2018/2/layout/IconVerticalSolidList"/>
    <dgm:cxn modelId="{F845A7C0-00C4-4D25-8E16-7B5E0AB77E93}" type="presParOf" srcId="{92978F7A-1D5D-4681-B10D-42FF44678809}" destId="{84D7922A-DDFB-4C7C-98D3-F9F6E8BBDDA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8AB34A-0515-4529-B240-71C65E3276A2}">
      <dsp:nvSpPr>
        <dsp:cNvPr id="0" name=""/>
        <dsp:cNvSpPr/>
      </dsp:nvSpPr>
      <dsp:spPr>
        <a:xfrm>
          <a:off x="0" y="640"/>
          <a:ext cx="6391275" cy="53799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EDC456-213B-4366-813C-3B25C6E606CD}">
      <dsp:nvSpPr>
        <dsp:cNvPr id="0" name=""/>
        <dsp:cNvSpPr/>
      </dsp:nvSpPr>
      <dsp:spPr>
        <a:xfrm>
          <a:off x="162742" y="121688"/>
          <a:ext cx="295894" cy="2958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67BAB99-2CFA-477A-AE41-4BB74789935C}">
      <dsp:nvSpPr>
        <dsp:cNvPr id="0" name=""/>
        <dsp:cNvSpPr/>
      </dsp:nvSpPr>
      <dsp:spPr>
        <a:xfrm>
          <a:off x="621378" y="640"/>
          <a:ext cx="5769896" cy="5379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937" tIns="56937" rIns="56937" bIns="56937" numCol="1" spcCol="1270" anchor="ctr" anchorCtr="0">
          <a:noAutofit/>
        </a:bodyPr>
        <a:lstStyle/>
        <a:p>
          <a:pPr marL="0" lvl="0" indent="0" algn="l" defTabSz="711200">
            <a:lnSpc>
              <a:spcPct val="90000"/>
            </a:lnSpc>
            <a:spcBef>
              <a:spcPct val="0"/>
            </a:spcBef>
            <a:spcAft>
              <a:spcPct val="35000"/>
            </a:spcAft>
            <a:buNone/>
          </a:pPr>
          <a:r>
            <a:rPr lang="en-US" sz="1600" b="1" kern="1200"/>
            <a:t>Problem Statement </a:t>
          </a:r>
          <a:endParaRPr lang="en-US" sz="1600" kern="1200"/>
        </a:p>
      </dsp:txBody>
      <dsp:txXfrm>
        <a:off x="621378" y="640"/>
        <a:ext cx="5769896" cy="537990"/>
      </dsp:txXfrm>
    </dsp:sp>
    <dsp:sp modelId="{6F19B2A5-1FF2-442D-B875-1B753C114DAE}">
      <dsp:nvSpPr>
        <dsp:cNvPr id="0" name=""/>
        <dsp:cNvSpPr/>
      </dsp:nvSpPr>
      <dsp:spPr>
        <a:xfrm>
          <a:off x="0" y="673128"/>
          <a:ext cx="6391275" cy="53799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8EC19B-2C6C-4554-BB78-92B708CB995D}">
      <dsp:nvSpPr>
        <dsp:cNvPr id="0" name=""/>
        <dsp:cNvSpPr/>
      </dsp:nvSpPr>
      <dsp:spPr>
        <a:xfrm>
          <a:off x="162742" y="794176"/>
          <a:ext cx="295894" cy="2958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A65F8A1-295B-4D38-B1A2-E9D639A04F3A}">
      <dsp:nvSpPr>
        <dsp:cNvPr id="0" name=""/>
        <dsp:cNvSpPr/>
      </dsp:nvSpPr>
      <dsp:spPr>
        <a:xfrm>
          <a:off x="621378" y="673128"/>
          <a:ext cx="5769896" cy="5379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937" tIns="56937" rIns="56937" bIns="56937" numCol="1" spcCol="1270" anchor="ctr" anchorCtr="0">
          <a:noAutofit/>
        </a:bodyPr>
        <a:lstStyle/>
        <a:p>
          <a:pPr marL="0" lvl="0" indent="0" algn="l" defTabSz="711200">
            <a:lnSpc>
              <a:spcPct val="90000"/>
            </a:lnSpc>
            <a:spcBef>
              <a:spcPct val="0"/>
            </a:spcBef>
            <a:spcAft>
              <a:spcPct val="35000"/>
            </a:spcAft>
            <a:buNone/>
          </a:pPr>
          <a:r>
            <a:rPr lang="en-US" sz="1600" b="1" kern="1200" dirty="0"/>
            <a:t>Technology used</a:t>
          </a:r>
          <a:endParaRPr lang="en-US" sz="1600" kern="1200" dirty="0"/>
        </a:p>
      </dsp:txBody>
      <dsp:txXfrm>
        <a:off x="621378" y="673128"/>
        <a:ext cx="5769896" cy="537990"/>
      </dsp:txXfrm>
    </dsp:sp>
    <dsp:sp modelId="{847467C0-37E1-4D89-B73B-9174F3EF62BE}">
      <dsp:nvSpPr>
        <dsp:cNvPr id="0" name=""/>
        <dsp:cNvSpPr/>
      </dsp:nvSpPr>
      <dsp:spPr>
        <a:xfrm>
          <a:off x="0" y="1345616"/>
          <a:ext cx="6391275" cy="53799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05A12B-76D0-48CA-836E-9456C3340461}">
      <dsp:nvSpPr>
        <dsp:cNvPr id="0" name=""/>
        <dsp:cNvSpPr/>
      </dsp:nvSpPr>
      <dsp:spPr>
        <a:xfrm>
          <a:off x="162742" y="1466664"/>
          <a:ext cx="295894" cy="29589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A339122-2174-472E-B487-D7B022BB8129}">
      <dsp:nvSpPr>
        <dsp:cNvPr id="0" name=""/>
        <dsp:cNvSpPr/>
      </dsp:nvSpPr>
      <dsp:spPr>
        <a:xfrm>
          <a:off x="621378" y="1345616"/>
          <a:ext cx="5769896" cy="5379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937" tIns="56937" rIns="56937" bIns="56937" numCol="1" spcCol="1270" anchor="ctr" anchorCtr="0">
          <a:noAutofit/>
        </a:bodyPr>
        <a:lstStyle/>
        <a:p>
          <a:pPr marL="0" lvl="0" indent="0" algn="l" defTabSz="711200">
            <a:lnSpc>
              <a:spcPct val="90000"/>
            </a:lnSpc>
            <a:spcBef>
              <a:spcPct val="0"/>
            </a:spcBef>
            <a:spcAft>
              <a:spcPct val="35000"/>
            </a:spcAft>
            <a:buNone/>
          </a:pPr>
          <a:r>
            <a:rPr lang="en-US" sz="1600" b="1" kern="1200" dirty="0"/>
            <a:t>Wow factor </a:t>
          </a:r>
          <a:endParaRPr lang="en-US" sz="1600" kern="1200" dirty="0"/>
        </a:p>
      </dsp:txBody>
      <dsp:txXfrm>
        <a:off x="621378" y="1345616"/>
        <a:ext cx="5769896" cy="537990"/>
      </dsp:txXfrm>
    </dsp:sp>
    <dsp:sp modelId="{3F1C2F79-5ADA-4ACE-A71A-885C2C0BDA61}">
      <dsp:nvSpPr>
        <dsp:cNvPr id="0" name=""/>
        <dsp:cNvSpPr/>
      </dsp:nvSpPr>
      <dsp:spPr>
        <a:xfrm>
          <a:off x="0" y="2018104"/>
          <a:ext cx="6391275" cy="53799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DDBFF1-9B8D-437E-A16E-FB747202D731}">
      <dsp:nvSpPr>
        <dsp:cNvPr id="0" name=""/>
        <dsp:cNvSpPr/>
      </dsp:nvSpPr>
      <dsp:spPr>
        <a:xfrm>
          <a:off x="162742" y="2139152"/>
          <a:ext cx="295894" cy="29589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FAD4448-237A-4E6D-BFBB-A0EDC455313D}">
      <dsp:nvSpPr>
        <dsp:cNvPr id="0" name=""/>
        <dsp:cNvSpPr/>
      </dsp:nvSpPr>
      <dsp:spPr>
        <a:xfrm>
          <a:off x="621378" y="2018104"/>
          <a:ext cx="5769896" cy="5379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937" tIns="56937" rIns="56937" bIns="56937" numCol="1" spcCol="1270" anchor="ctr" anchorCtr="0">
          <a:noAutofit/>
        </a:bodyPr>
        <a:lstStyle/>
        <a:p>
          <a:pPr marL="0" lvl="0" indent="0" algn="l" defTabSz="711200">
            <a:lnSpc>
              <a:spcPct val="90000"/>
            </a:lnSpc>
            <a:spcBef>
              <a:spcPct val="0"/>
            </a:spcBef>
            <a:spcAft>
              <a:spcPct val="35000"/>
            </a:spcAft>
            <a:buNone/>
          </a:pPr>
          <a:r>
            <a:rPr lang="en-US" sz="1600" b="1" kern="1200"/>
            <a:t>End users</a:t>
          </a:r>
          <a:endParaRPr lang="en-US" sz="1600" kern="1200"/>
        </a:p>
      </dsp:txBody>
      <dsp:txXfrm>
        <a:off x="621378" y="2018104"/>
        <a:ext cx="5769896" cy="537990"/>
      </dsp:txXfrm>
    </dsp:sp>
    <dsp:sp modelId="{333EA9BC-B991-410B-AE06-B0C045E01CDE}">
      <dsp:nvSpPr>
        <dsp:cNvPr id="0" name=""/>
        <dsp:cNvSpPr/>
      </dsp:nvSpPr>
      <dsp:spPr>
        <a:xfrm>
          <a:off x="0" y="2690592"/>
          <a:ext cx="6391275" cy="53799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DB8099-73CA-4DF0-AA1C-CD83FBE3720F}">
      <dsp:nvSpPr>
        <dsp:cNvPr id="0" name=""/>
        <dsp:cNvSpPr/>
      </dsp:nvSpPr>
      <dsp:spPr>
        <a:xfrm>
          <a:off x="162742" y="2811640"/>
          <a:ext cx="295894" cy="29589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34C4B1E-BC2B-4536-A2A5-0344773DA973}">
      <dsp:nvSpPr>
        <dsp:cNvPr id="0" name=""/>
        <dsp:cNvSpPr/>
      </dsp:nvSpPr>
      <dsp:spPr>
        <a:xfrm>
          <a:off x="621378" y="2690592"/>
          <a:ext cx="5769896" cy="5379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937" tIns="56937" rIns="56937" bIns="56937" numCol="1" spcCol="1270" anchor="ctr" anchorCtr="0">
          <a:noAutofit/>
        </a:bodyPr>
        <a:lstStyle/>
        <a:p>
          <a:pPr marL="0" lvl="0" indent="0" algn="l" defTabSz="711200">
            <a:lnSpc>
              <a:spcPct val="90000"/>
            </a:lnSpc>
            <a:spcBef>
              <a:spcPct val="0"/>
            </a:spcBef>
            <a:spcAft>
              <a:spcPct val="35000"/>
            </a:spcAft>
            <a:buNone/>
          </a:pPr>
          <a:r>
            <a:rPr lang="en-US" sz="1600" b="1" kern="1200"/>
            <a:t>Result</a:t>
          </a:r>
          <a:endParaRPr lang="en-US" sz="1600" kern="1200"/>
        </a:p>
      </dsp:txBody>
      <dsp:txXfrm>
        <a:off x="621378" y="2690592"/>
        <a:ext cx="5769896" cy="537990"/>
      </dsp:txXfrm>
    </dsp:sp>
    <dsp:sp modelId="{EA1BCCFF-4EDA-4E45-B6B3-934A2D2B996C}">
      <dsp:nvSpPr>
        <dsp:cNvPr id="0" name=""/>
        <dsp:cNvSpPr/>
      </dsp:nvSpPr>
      <dsp:spPr>
        <a:xfrm>
          <a:off x="0" y="3363080"/>
          <a:ext cx="6391275" cy="53799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ADB96AD-17FB-4CF7-8CE9-347A1536AD45}">
      <dsp:nvSpPr>
        <dsp:cNvPr id="0" name=""/>
        <dsp:cNvSpPr/>
      </dsp:nvSpPr>
      <dsp:spPr>
        <a:xfrm>
          <a:off x="162742" y="3484128"/>
          <a:ext cx="295894" cy="295894"/>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E459D78-AD42-49A3-99AE-90DBF1CFC5E0}">
      <dsp:nvSpPr>
        <dsp:cNvPr id="0" name=""/>
        <dsp:cNvSpPr/>
      </dsp:nvSpPr>
      <dsp:spPr>
        <a:xfrm>
          <a:off x="621378" y="3363080"/>
          <a:ext cx="5769896" cy="5379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937" tIns="56937" rIns="56937" bIns="56937" numCol="1" spcCol="1270" anchor="ctr" anchorCtr="0">
          <a:noAutofit/>
        </a:bodyPr>
        <a:lstStyle/>
        <a:p>
          <a:pPr marL="0" lvl="0" indent="0" algn="l" defTabSz="711200">
            <a:lnSpc>
              <a:spcPct val="90000"/>
            </a:lnSpc>
            <a:spcBef>
              <a:spcPct val="0"/>
            </a:spcBef>
            <a:spcAft>
              <a:spcPct val="35000"/>
            </a:spcAft>
            <a:buNone/>
          </a:pPr>
          <a:r>
            <a:rPr lang="en-US" sz="1600" b="1" kern="1200"/>
            <a:t>Conclusion</a:t>
          </a:r>
          <a:endParaRPr lang="en-US" sz="1600" kern="1200"/>
        </a:p>
      </dsp:txBody>
      <dsp:txXfrm>
        <a:off x="621378" y="3363080"/>
        <a:ext cx="5769896" cy="537990"/>
      </dsp:txXfrm>
    </dsp:sp>
    <dsp:sp modelId="{A9EE2053-8039-4CAA-8C7A-0ECD33069B21}">
      <dsp:nvSpPr>
        <dsp:cNvPr id="0" name=""/>
        <dsp:cNvSpPr/>
      </dsp:nvSpPr>
      <dsp:spPr>
        <a:xfrm>
          <a:off x="0" y="4035568"/>
          <a:ext cx="6391275" cy="53799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F36DF6-F13A-4DEA-AAB0-59F8712BBA11}">
      <dsp:nvSpPr>
        <dsp:cNvPr id="0" name=""/>
        <dsp:cNvSpPr/>
      </dsp:nvSpPr>
      <dsp:spPr>
        <a:xfrm>
          <a:off x="162742" y="4156616"/>
          <a:ext cx="295894" cy="295894"/>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CEE4C40-BD84-44C4-8421-E28748BF918D}">
      <dsp:nvSpPr>
        <dsp:cNvPr id="0" name=""/>
        <dsp:cNvSpPr/>
      </dsp:nvSpPr>
      <dsp:spPr>
        <a:xfrm>
          <a:off x="621378" y="4035568"/>
          <a:ext cx="5769896" cy="5379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937" tIns="56937" rIns="56937" bIns="56937" numCol="1" spcCol="1270" anchor="ctr" anchorCtr="0">
          <a:noAutofit/>
        </a:bodyPr>
        <a:lstStyle/>
        <a:p>
          <a:pPr marL="0" lvl="0" indent="0" algn="l" defTabSz="711200">
            <a:lnSpc>
              <a:spcPct val="90000"/>
            </a:lnSpc>
            <a:spcBef>
              <a:spcPct val="0"/>
            </a:spcBef>
            <a:spcAft>
              <a:spcPct val="35000"/>
            </a:spcAft>
            <a:buNone/>
          </a:pPr>
          <a:r>
            <a:rPr lang="en-US" sz="1600" b="1" kern="1200"/>
            <a:t>Git-hub Link</a:t>
          </a:r>
          <a:endParaRPr lang="en-US" sz="1600" kern="1200"/>
        </a:p>
      </dsp:txBody>
      <dsp:txXfrm>
        <a:off x="621378" y="4035568"/>
        <a:ext cx="5769896" cy="537990"/>
      </dsp:txXfrm>
    </dsp:sp>
    <dsp:sp modelId="{D75DC742-860B-4D0B-97B8-0D3467296CFF}">
      <dsp:nvSpPr>
        <dsp:cNvPr id="0" name=""/>
        <dsp:cNvSpPr/>
      </dsp:nvSpPr>
      <dsp:spPr>
        <a:xfrm>
          <a:off x="0" y="4708056"/>
          <a:ext cx="6391275" cy="53799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1230E3-7EF0-4C12-A7B7-16A235403524}">
      <dsp:nvSpPr>
        <dsp:cNvPr id="0" name=""/>
        <dsp:cNvSpPr/>
      </dsp:nvSpPr>
      <dsp:spPr>
        <a:xfrm>
          <a:off x="162742" y="4829104"/>
          <a:ext cx="295894" cy="295894"/>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B77440B-DBC5-4643-81CA-F58FD467D542}">
      <dsp:nvSpPr>
        <dsp:cNvPr id="0" name=""/>
        <dsp:cNvSpPr/>
      </dsp:nvSpPr>
      <dsp:spPr>
        <a:xfrm>
          <a:off x="621378" y="4708056"/>
          <a:ext cx="5769896" cy="5379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937" tIns="56937" rIns="56937" bIns="56937" numCol="1" spcCol="1270" anchor="ctr" anchorCtr="0">
          <a:noAutofit/>
        </a:bodyPr>
        <a:lstStyle/>
        <a:p>
          <a:pPr marL="0" lvl="0" indent="0" algn="l" defTabSz="711200">
            <a:lnSpc>
              <a:spcPct val="90000"/>
            </a:lnSpc>
            <a:spcBef>
              <a:spcPct val="0"/>
            </a:spcBef>
            <a:spcAft>
              <a:spcPct val="35000"/>
            </a:spcAft>
            <a:buNone/>
          </a:pPr>
          <a:r>
            <a:rPr lang="en-US" sz="1600" b="1" kern="1200" dirty="0"/>
            <a:t>Future scope</a:t>
          </a:r>
          <a:endParaRPr lang="en-US" sz="1600" kern="1200" dirty="0"/>
        </a:p>
      </dsp:txBody>
      <dsp:txXfrm>
        <a:off x="621378" y="4708056"/>
        <a:ext cx="5769896" cy="5379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215CF0-E03A-4A8D-827B-18E85C3C5EEA}">
      <dsp:nvSpPr>
        <dsp:cNvPr id="0" name=""/>
        <dsp:cNvSpPr/>
      </dsp:nvSpPr>
      <dsp:spPr>
        <a:xfrm>
          <a:off x="0" y="4737"/>
          <a:ext cx="6391275" cy="106915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FCB335-4522-46CE-B5A8-2B8618C9993E}">
      <dsp:nvSpPr>
        <dsp:cNvPr id="0" name=""/>
        <dsp:cNvSpPr/>
      </dsp:nvSpPr>
      <dsp:spPr>
        <a:xfrm>
          <a:off x="323420" y="245298"/>
          <a:ext cx="588612" cy="5880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4EC3EE2-C7B0-410E-9F32-1AF00E78936F}">
      <dsp:nvSpPr>
        <dsp:cNvPr id="0" name=""/>
        <dsp:cNvSpPr/>
      </dsp:nvSpPr>
      <dsp:spPr>
        <a:xfrm>
          <a:off x="1235454" y="4737"/>
          <a:ext cx="5136794" cy="11025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689" tIns="116689" rIns="116689" bIns="116689" numCol="1" spcCol="1270" anchor="ctr" anchorCtr="0">
          <a:noAutofit/>
        </a:bodyPr>
        <a:lstStyle/>
        <a:p>
          <a:pPr marL="0" lvl="0" indent="0" algn="l" defTabSz="622300">
            <a:lnSpc>
              <a:spcPct val="100000"/>
            </a:lnSpc>
            <a:spcBef>
              <a:spcPct val="0"/>
            </a:spcBef>
            <a:spcAft>
              <a:spcPct val="35000"/>
            </a:spcAft>
            <a:buNone/>
          </a:pPr>
          <a:r>
            <a:rPr lang="en-IN" sz="1400" b="0" i="0" kern="1200" dirty="0"/>
            <a:t>Implements secure LSB steganography to embed an RSA-encrypted secret message within an image pixel data.</a:t>
          </a:r>
          <a:br>
            <a:rPr lang="en-IN" sz="1400" b="0" i="0" kern="1200" dirty="0"/>
          </a:br>
          <a:endParaRPr lang="en-US" sz="1400" kern="1200" dirty="0"/>
        </a:p>
      </dsp:txBody>
      <dsp:txXfrm>
        <a:off x="1235454" y="4737"/>
        <a:ext cx="5136794" cy="1102571"/>
      </dsp:txXfrm>
    </dsp:sp>
    <dsp:sp modelId="{A5D374C7-4726-44D7-8679-D57141F784DA}">
      <dsp:nvSpPr>
        <dsp:cNvPr id="0" name=""/>
        <dsp:cNvSpPr/>
      </dsp:nvSpPr>
      <dsp:spPr>
        <a:xfrm>
          <a:off x="0" y="1382951"/>
          <a:ext cx="6391275" cy="106915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1C647A-D4E4-4B95-BAB4-1202D9247606}">
      <dsp:nvSpPr>
        <dsp:cNvPr id="0" name=""/>
        <dsp:cNvSpPr/>
      </dsp:nvSpPr>
      <dsp:spPr>
        <a:xfrm>
          <a:off x="323420" y="1623512"/>
          <a:ext cx="588612" cy="5880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49ACB06-8860-416F-B570-CACB1248498F}">
      <dsp:nvSpPr>
        <dsp:cNvPr id="0" name=""/>
        <dsp:cNvSpPr/>
      </dsp:nvSpPr>
      <dsp:spPr>
        <a:xfrm>
          <a:off x="1235454" y="1382951"/>
          <a:ext cx="5136794" cy="11025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689" tIns="116689" rIns="116689" bIns="116689" numCol="1" spcCol="1270" anchor="ctr" anchorCtr="0">
          <a:noAutofit/>
        </a:bodyPr>
        <a:lstStyle/>
        <a:p>
          <a:pPr marL="0" lvl="0" indent="0" algn="l" defTabSz="622300">
            <a:lnSpc>
              <a:spcPct val="100000"/>
            </a:lnSpc>
            <a:spcBef>
              <a:spcPct val="0"/>
            </a:spcBef>
            <a:spcAft>
              <a:spcPct val="35000"/>
            </a:spcAft>
            <a:buNone/>
          </a:pPr>
          <a:r>
            <a:rPr lang="en-IN" sz="1400" b="0" i="0" kern="1200" dirty="0"/>
            <a:t>Utilizes lossless PNG format to maintain hidden data integrity.</a:t>
          </a:r>
          <a:br>
            <a:rPr lang="en-IN" sz="1400" b="0" i="0" kern="1200" dirty="0"/>
          </a:br>
          <a:endParaRPr lang="en-US" sz="1400" kern="1200" dirty="0"/>
        </a:p>
      </dsp:txBody>
      <dsp:txXfrm>
        <a:off x="1235454" y="1382951"/>
        <a:ext cx="5136794" cy="1102571"/>
      </dsp:txXfrm>
    </dsp:sp>
    <dsp:sp modelId="{15E0935D-9163-4FF8-8DE0-7A36D7DFF981}">
      <dsp:nvSpPr>
        <dsp:cNvPr id="0" name=""/>
        <dsp:cNvSpPr/>
      </dsp:nvSpPr>
      <dsp:spPr>
        <a:xfrm>
          <a:off x="0" y="2761164"/>
          <a:ext cx="6391275" cy="1069159"/>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55B1D3-4CF2-4DBA-8C55-1AA4A6CC4BA8}">
      <dsp:nvSpPr>
        <dsp:cNvPr id="0" name=""/>
        <dsp:cNvSpPr/>
      </dsp:nvSpPr>
      <dsp:spPr>
        <a:xfrm>
          <a:off x="323420" y="3001725"/>
          <a:ext cx="588612" cy="58803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1B612D8-101A-4755-B955-65C1621933C1}">
      <dsp:nvSpPr>
        <dsp:cNvPr id="0" name=""/>
        <dsp:cNvSpPr/>
      </dsp:nvSpPr>
      <dsp:spPr>
        <a:xfrm>
          <a:off x="1235454" y="2761164"/>
          <a:ext cx="5136794" cy="11025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689" tIns="116689" rIns="116689" bIns="116689" numCol="1" spcCol="1270" anchor="ctr" anchorCtr="0">
          <a:noAutofit/>
        </a:bodyPr>
        <a:lstStyle/>
        <a:p>
          <a:pPr marL="0" lvl="0" indent="0" algn="l" defTabSz="622300">
            <a:lnSpc>
              <a:spcPct val="100000"/>
            </a:lnSpc>
            <a:spcBef>
              <a:spcPct val="0"/>
            </a:spcBef>
            <a:spcAft>
              <a:spcPct val="35000"/>
            </a:spcAft>
            <a:buNone/>
          </a:pPr>
          <a:r>
            <a:rPr lang="en-IN" sz="1400" b="0" i="0" kern="1200" dirty="0"/>
            <a:t>Uses Open CV for efficient image handling and manipulation.</a:t>
          </a:r>
          <a:br>
            <a:rPr lang="en-IN" sz="1400" b="0" i="0" kern="1200" dirty="0"/>
          </a:br>
          <a:endParaRPr lang="en-US" sz="1400" kern="1200" dirty="0"/>
        </a:p>
      </dsp:txBody>
      <dsp:txXfrm>
        <a:off x="1235454" y="2761164"/>
        <a:ext cx="5136794" cy="1102571"/>
      </dsp:txXfrm>
    </dsp:sp>
    <dsp:sp modelId="{18875F5A-1335-4CD8-8ABD-453BC3D9ED13}">
      <dsp:nvSpPr>
        <dsp:cNvPr id="0" name=""/>
        <dsp:cNvSpPr/>
      </dsp:nvSpPr>
      <dsp:spPr>
        <a:xfrm>
          <a:off x="0" y="4139378"/>
          <a:ext cx="6391275" cy="1069159"/>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AD8E57-343E-4690-B24A-ABC320105222}">
      <dsp:nvSpPr>
        <dsp:cNvPr id="0" name=""/>
        <dsp:cNvSpPr/>
      </dsp:nvSpPr>
      <dsp:spPr>
        <a:xfrm>
          <a:off x="323420" y="4379939"/>
          <a:ext cx="588612" cy="588037"/>
        </a:xfrm>
        <a:prstGeom prst="rect">
          <a:avLst/>
        </a:prstGeom>
        <a:solidFill>
          <a:schemeClr val="bg1">
            <a:hueOff val="0"/>
            <a:satOff val="0"/>
            <a:lumOff val="0"/>
            <a:alphaOff val="0"/>
          </a:schemeClr>
        </a:solidFill>
        <a:ln w="19050"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4D7922A-DDFB-4C7C-98D3-F9F6E8BBDDAE}">
      <dsp:nvSpPr>
        <dsp:cNvPr id="0" name=""/>
        <dsp:cNvSpPr/>
      </dsp:nvSpPr>
      <dsp:spPr>
        <a:xfrm>
          <a:off x="1235454" y="4139378"/>
          <a:ext cx="5136794" cy="11025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689" tIns="116689" rIns="116689" bIns="116689" numCol="1" spcCol="1270" anchor="ctr" anchorCtr="0">
          <a:noAutofit/>
        </a:bodyPr>
        <a:lstStyle/>
        <a:p>
          <a:pPr marL="0" lvl="0" indent="0" algn="l" defTabSz="622300">
            <a:lnSpc>
              <a:spcPct val="100000"/>
            </a:lnSpc>
            <a:spcBef>
              <a:spcPct val="0"/>
            </a:spcBef>
            <a:spcAft>
              <a:spcPct val="35000"/>
            </a:spcAft>
            <a:buNone/>
          </a:pPr>
          <a:r>
            <a:rPr lang="en-US" sz="1400" kern="1200" dirty="0"/>
            <a:t>Passcode- based access control ensures only authorized users can decrypt the message </a:t>
          </a:r>
        </a:p>
      </dsp:txBody>
      <dsp:txXfrm>
        <a:off x="1235454" y="4139378"/>
        <a:ext cx="5136794" cy="110257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30-04-2025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ED291B17-9318-49DB-B28B-6E5994AE9581}" type="datetime1">
              <a:rPr lang="en-US" smtClean="0"/>
              <a:t>4/30/2025</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912478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DD82B9-B8EE-4375-B6FF-88FA6ABB15D9}" type="datetime1">
              <a:rPr lang="en-US" smtClean="0"/>
              <a:t>4/30/2025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18618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497495-0637-405E-AE64-5CC7506D51F5}" type="datetime1">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715707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272281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4/30/2025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648964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4/30/2025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980062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4/30/2025</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3434391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82884F1-FFEA-405F-9602-3DCA865EDA4E}" type="datetime1">
              <a:rPr lang="en-US" smtClean="0"/>
              <a:t>4/30/2025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874270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4/30/2025</a:t>
            </a:fld>
            <a:endParaRPr lang="en-US"/>
          </a:p>
        </p:txBody>
      </p:sp>
      <p:sp>
        <p:nvSpPr>
          <p:cNvPr id="6" name="Footer Placeholder 5"/>
          <p:cNvSpPr>
            <a:spLocks noGrp="1"/>
          </p:cNvSpPr>
          <p:nvPr>
            <p:ph type="ftr" sz="quarter" idx="11"/>
          </p:nvPr>
        </p:nvSpPr>
        <p:spPr/>
        <p:txBody>
          <a:bodyPr/>
          <a:lstStyle/>
          <a:p>
            <a:pPr algn="l"/>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331873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D291B17-9318-49DB-B28B-6E5994AE9581}" type="datetime1">
              <a:rPr lang="en-US" smtClean="0"/>
              <a:t>4/30/2025</a:t>
            </a:fld>
            <a:endParaRPr lang="en-US"/>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14979030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D291B17-9318-49DB-B28B-6E5994AE9581}" type="datetime1">
              <a:rPr lang="en-US" smtClean="0"/>
              <a:t>4/30/2025</a:t>
            </a:fld>
            <a:endParaRPr lang="en-US"/>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03620182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D291B17-9318-49DB-B28B-6E5994AE9581}" type="datetime1">
              <a:rPr lang="en-US" smtClean="0"/>
              <a:t>4/30/2025</a:t>
            </a:fld>
            <a:endParaRPr lang="en-US"/>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56129849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291B17-9318-49DB-B28B-6E5994AE9581}" type="datetime1">
              <a:rPr lang="en-US" smtClean="0"/>
              <a:t>4/30/2025</a:t>
            </a:fld>
            <a:endParaRPr lang="en-US"/>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88059151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D291B17-9318-49DB-B28B-6E5994AE9581}" type="datetime1">
              <a:rPr lang="en-US" smtClean="0"/>
              <a:t>4/30/2025</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08604776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D291B17-9318-49DB-B28B-6E5994AE9581}" type="datetime1">
              <a:rPr lang="en-US" smtClean="0"/>
              <a:t>4/30/2025</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30861799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2CED4963-E985-44C4-B8C4-FDD613B7C2F8}" type="datetime1">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6640793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ED291B17-9318-49DB-B28B-6E5994AE9581}" type="datetime1">
              <a:rPr lang="en-US" smtClean="0"/>
              <a:t>4/30/2025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021242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ED291B17-9318-49DB-B28B-6E5994AE9581}" type="datetime1">
              <a:rPr lang="en-US" smtClean="0"/>
              <a:t>4/30/2025</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3A98EE3D-8CD1-4C3F-BD1C-C98C9596463C}" type="slidenum">
              <a:rPr lang="en-US" smtClean="0"/>
              <a:t>‹#›</a:t>
            </a:fld>
            <a:endParaRPr lang="en-US"/>
          </a:p>
        </p:txBody>
      </p:sp>
      <p:pic>
        <p:nvPicPr>
          <p:cNvPr id="9" name="Picture 8" descr="Logo&#10;&#10;Description automatically generated">
            <a:extLst>
              <a:ext uri="{FF2B5EF4-FFF2-40B4-BE49-F238E27FC236}">
                <a16:creationId xmlns:a16="http://schemas.microsoft.com/office/drawing/2014/main" id="{21482FB1-2F00-0275-EA17-1398D549E5F9}"/>
              </a:ext>
            </a:extLst>
          </p:cNvPr>
          <p:cNvPicPr>
            <a:picLocks noChangeAspect="1"/>
          </p:cNvPicPr>
          <p:nvPr userDrawn="1"/>
        </p:nvPicPr>
        <p:blipFill>
          <a:blip r:embed="rId20"/>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1733186551"/>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 id="2147483788" r:id="rId13"/>
    <p:sldLayoutId id="2147483789" r:id="rId14"/>
    <p:sldLayoutId id="2147483790" r:id="rId15"/>
    <p:sldLayoutId id="2147483791" r:id="rId16"/>
    <p:sldLayoutId id="2147483792"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Bhoomi2004/Steganography-Project.git" TargetMode="External"/><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5">
            <a:extLst>
              <a:ext uri="{FF2B5EF4-FFF2-40B4-BE49-F238E27FC236}">
                <a16:creationId xmlns:a16="http://schemas.microsoft.com/office/drawing/2014/main" id="{2D529E20-662F-4915-ACD7-970C026FDB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677511" flipH="1">
            <a:off x="3527283" y="1857885"/>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IN"/>
          </a:p>
        </p:txBody>
      </p:sp>
      <p:sp>
        <p:nvSpPr>
          <p:cNvPr id="11" name="Freeform 5">
            <a:extLst>
              <a:ext uri="{FF2B5EF4-FFF2-40B4-BE49-F238E27FC236}">
                <a16:creationId xmlns:a16="http://schemas.microsoft.com/office/drawing/2014/main" id="{1AD5EB79-7F9A-4BBC-92A5-188382CBA1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IN"/>
          </a:p>
        </p:txBody>
      </p:sp>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5695061" y="1241266"/>
            <a:ext cx="5428551" cy="3153753"/>
          </a:xfrm>
        </p:spPr>
        <p:txBody>
          <a:bodyPr vert="horz" lIns="91440" tIns="45720" rIns="91440" bIns="45720" rtlCol="0" anchor="b">
            <a:normAutofit/>
          </a:bodyPr>
          <a:lstStyle/>
          <a:p>
            <a:pPr>
              <a:lnSpc>
                <a:spcPct val="90000"/>
              </a:lnSpc>
            </a:pPr>
            <a:r>
              <a:rPr lang="en-US" cap="none"/>
              <a:t>Secure Data Hiding In Images Using Steganography</a:t>
            </a:r>
          </a:p>
        </p:txBody>
      </p:sp>
      <p:sp>
        <p:nvSpPr>
          <p:cNvPr id="3" name="TextBox 2"/>
          <p:cNvSpPr txBox="1"/>
          <p:nvPr/>
        </p:nvSpPr>
        <p:spPr>
          <a:xfrm>
            <a:off x="5695061" y="4591665"/>
            <a:ext cx="5428551" cy="1622322"/>
          </a:xfrm>
          <a:prstGeom prst="rect">
            <a:avLst/>
          </a:prstGeom>
        </p:spPr>
        <p:txBody>
          <a:bodyPr vert="horz" lIns="91440" tIns="45720" rIns="91440" bIns="45720" rtlCol="0" anchor="t">
            <a:normAutofit/>
          </a:bodyPr>
          <a:lstStyle/>
          <a:p>
            <a:pPr>
              <a:spcBef>
                <a:spcPts val="1000"/>
              </a:spcBef>
              <a:buClr>
                <a:schemeClr val="accent1"/>
              </a:buClr>
              <a:buSzPct val="80000"/>
            </a:pPr>
            <a:endParaRPr lang="en-US" cap="all" dirty="0">
              <a:solidFill>
                <a:schemeClr val="accent1">
                  <a:lumMod val="60000"/>
                  <a:lumOff val="40000"/>
                </a:schemeClr>
              </a:solidFill>
            </a:endParaRPr>
          </a:p>
        </p:txBody>
      </p:sp>
      <p:sp>
        <p:nvSpPr>
          <p:cNvPr id="13" name="Rectangle 12">
            <a:extLst>
              <a:ext uri="{FF2B5EF4-FFF2-40B4-BE49-F238E27FC236}">
                <a16:creationId xmlns:a16="http://schemas.microsoft.com/office/drawing/2014/main" id="{B9B8A17F-DC3A-4D9A-AA53-9BFB894CD7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 name="TextBox 3"/>
          <p:cNvSpPr txBox="1"/>
          <p:nvPr/>
        </p:nvSpPr>
        <p:spPr>
          <a:xfrm>
            <a:off x="1026433" y="4246107"/>
            <a:ext cx="7980183" cy="1554272"/>
          </a:xfrm>
          <a:prstGeom prst="rect">
            <a:avLst/>
          </a:prstGeom>
          <a:noFill/>
        </p:spPr>
        <p:txBody>
          <a:bodyPr wrap="square" lIns="91440" tIns="45720" rIns="91440" bIns="45720" rtlCol="0" anchor="t">
            <a:spAutoFit/>
          </a:bodyPr>
          <a:lstStyle/>
          <a:p>
            <a:pPr>
              <a:spcAft>
                <a:spcPts val="600"/>
              </a:spcAft>
            </a:pPr>
            <a:r>
              <a:rPr lang="en-US" sz="2000" b="1" dirty="0">
                <a:solidFill>
                  <a:schemeClr val="accent3"/>
                </a:solidFill>
                <a:latin typeface="Arial" pitchFamily="34" charset="0"/>
                <a:cs typeface="Arial" pitchFamily="34" charset="0"/>
              </a:rPr>
              <a:t>Team Members: </a:t>
            </a:r>
          </a:p>
          <a:p>
            <a:pPr>
              <a:spcAft>
                <a:spcPts val="600"/>
              </a:spcAft>
            </a:pPr>
            <a:r>
              <a:rPr lang="en-US" sz="2000" b="1" dirty="0">
                <a:solidFill>
                  <a:schemeClr val="accent3"/>
                </a:solidFill>
                <a:latin typeface="Arial" pitchFamily="34" charset="0"/>
                <a:cs typeface="Arial" pitchFamily="34" charset="0"/>
              </a:rPr>
              <a:t>Bhoomi Mehta (2022Btech025)</a:t>
            </a:r>
          </a:p>
          <a:p>
            <a:pPr>
              <a:spcAft>
                <a:spcPts val="600"/>
              </a:spcAft>
            </a:pPr>
            <a:r>
              <a:rPr lang="en-US" sz="2000" b="1" dirty="0">
                <a:solidFill>
                  <a:schemeClr val="accent3"/>
                </a:solidFill>
                <a:latin typeface="Arial" pitchFamily="34" charset="0"/>
                <a:cs typeface="Arial" pitchFamily="34" charset="0"/>
              </a:rPr>
              <a:t>Akshita Bhandari (2022Btech009)</a:t>
            </a:r>
          </a:p>
          <a:p>
            <a:pPr>
              <a:spcAft>
                <a:spcPts val="600"/>
              </a:spcAft>
            </a:pPr>
            <a:endParaRPr lang="en-US" sz="2000" b="1" dirty="0">
              <a:solidFill>
                <a:schemeClr val="accent3"/>
              </a:solidFill>
              <a:latin typeface="Arial"/>
              <a:cs typeface="Arial"/>
            </a:endParaRP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1" name="Oval 10">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 name="Oval 11">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3" name="Rectangle 12">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4"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IN"/>
            </a:p>
          </p:txBody>
        </p:sp>
        <p:sp>
          <p:nvSpPr>
            <p:cNvPr id="15"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IN"/>
            </a:p>
          </p:txBody>
        </p:sp>
        <p:sp>
          <p:nvSpPr>
            <p:cNvPr id="16"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IN"/>
            </a:p>
          </p:txBody>
        </p:sp>
      </p:grpSp>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1154955" y="973667"/>
            <a:ext cx="2942210" cy="4833745"/>
          </a:xfrm>
        </p:spPr>
        <p:txBody>
          <a:bodyPr>
            <a:normAutofit/>
          </a:bodyPr>
          <a:lstStyle/>
          <a:p>
            <a:r>
              <a:rPr lang="en-US" b="1">
                <a:solidFill>
                  <a:srgbClr val="EBEBEB"/>
                </a:solidFill>
                <a:latin typeface="Arial" panose="020B0604020202020204" pitchFamily="34" charset="0"/>
                <a:cs typeface="Arial" panose="020B0604020202020204" pitchFamily="34" charset="0"/>
              </a:rPr>
              <a:t>OUTLINE</a:t>
            </a:r>
          </a:p>
        </p:txBody>
      </p:sp>
      <p:sp>
        <p:nvSpPr>
          <p:cNvPr id="18" name="Rectangle 17">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graphicFrame>
        <p:nvGraphicFramePr>
          <p:cNvPr id="5" name="Content Placeholder 2">
            <a:extLst>
              <a:ext uri="{FF2B5EF4-FFF2-40B4-BE49-F238E27FC236}">
                <a16:creationId xmlns:a16="http://schemas.microsoft.com/office/drawing/2014/main" id="{0F3040EC-7C77-4C52-1EDC-59A43651C494}"/>
              </a:ext>
            </a:extLst>
          </p:cNvPr>
          <p:cNvGraphicFramePr>
            <a:graphicFrameLocks noGrp="1"/>
          </p:cNvGraphicFramePr>
          <p:nvPr>
            <p:ph idx="1"/>
            <p:extLst>
              <p:ext uri="{D42A27DB-BD31-4B8C-83A1-F6EECF244321}">
                <p14:modId xmlns:p14="http://schemas.microsoft.com/office/powerpoint/2010/main" val="1715197010"/>
              </p:ext>
            </p:extLst>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2E451E-151A-4910-BF41-6A040B6598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2">
            <a:schemeClr val="l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296EFE4-A70C-4388-9A15-3F657B6615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6250" y="473745"/>
            <a:ext cx="11227090" cy="5902829"/>
          </a:xfrm>
          <a:prstGeom prst="rect">
            <a:avLst/>
          </a:prstGeom>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1154954" y="855482"/>
            <a:ext cx="8761413" cy="898674"/>
          </a:xfrm>
        </p:spPr>
        <p:txBody>
          <a:bodyPr anchor="b">
            <a:normAutofit/>
          </a:bodyPr>
          <a:lstStyle/>
          <a:p>
            <a:r>
              <a:rPr lang="en-US" b="1">
                <a:solidFill>
                  <a:schemeClr val="tx2"/>
                </a:solidFill>
                <a:latin typeface="Arial" panose="020B0604020202020204" pitchFamily="34" charset="0"/>
                <a:cs typeface="Arial" panose="020B0604020202020204" pitchFamily="34" charset="0"/>
              </a:rPr>
              <a:t>Problem Statement</a:t>
            </a:r>
            <a:endParaRPr lang="en-US">
              <a:solidFill>
                <a:schemeClr val="tx2"/>
              </a:solidFill>
            </a:endParaRPr>
          </a:p>
        </p:txBody>
      </p:sp>
      <p:sp>
        <p:nvSpPr>
          <p:cNvPr id="14" name="Rectangle 13">
            <a:extLst>
              <a:ext uri="{FF2B5EF4-FFF2-40B4-BE49-F238E27FC236}">
                <a16:creationId xmlns:a16="http://schemas.microsoft.com/office/drawing/2014/main" id="{425EBAFC-9388-432A-BCFD-EEA2F410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1154954" y="2079173"/>
            <a:ext cx="9168917" cy="3730689"/>
          </a:xfrm>
        </p:spPr>
        <p:txBody>
          <a:bodyPr anchor="ctr">
            <a:normAutofit/>
          </a:bodyPr>
          <a:lstStyle/>
          <a:p>
            <a:pPr marL="0" indent="0">
              <a:buNone/>
            </a:pPr>
            <a:r>
              <a:rPr lang="en-US" dirty="0"/>
              <a:t>In today’s digital era, the need to protect sensitive information from unauthorized access is more critical than ever. Traditional encryption methods, while secure, are often detectable, potentially alerting malicious actors to the presence of confidential data. Our project addresses this challenge by combining </a:t>
            </a:r>
            <a:r>
              <a:rPr lang="en-US" b="1" dirty="0"/>
              <a:t>RSA encryption</a:t>
            </a:r>
            <a:r>
              <a:rPr lang="en-US" dirty="0"/>
              <a:t> with </a:t>
            </a:r>
            <a:r>
              <a:rPr lang="en-US" b="1" dirty="0"/>
              <a:t>steganography</a:t>
            </a:r>
            <a:r>
              <a:rPr lang="en-US" dirty="0"/>
              <a:t>. RSA ensures strong cryptographic security, while steganography discreetly embeds the encrypted message within an image, making it invisible to unintended viewers. This dual-layered approach enhances data confidentiality and provides a stealthy communication channel that avoids suspicion and interception.</a:t>
            </a:r>
            <a:endParaRPr lang="en-IN" dirty="0">
              <a:solidFill>
                <a:schemeClr val="tx1"/>
              </a:solidFill>
            </a:endParaRPr>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B3EF4D6-026A-4D52-B916-967329EE3F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5">
            <a:extLst>
              <a:ext uri="{FF2B5EF4-FFF2-40B4-BE49-F238E27FC236}">
                <a16:creationId xmlns:a16="http://schemas.microsoft.com/office/drawing/2014/main" id="{4DB4846F-6AA5-4DB3-9581-D95F22BD56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dirty="0"/>
          </a:p>
        </p:txBody>
      </p:sp>
      <p:sp>
        <p:nvSpPr>
          <p:cNvPr id="14" name="Freeform: Shape 13">
            <a:extLst>
              <a:ext uri="{FF2B5EF4-FFF2-40B4-BE49-F238E27FC236}">
                <a16:creationId xmlns:a16="http://schemas.microsoft.com/office/drawing/2014/main" id="{D54EC22E-2292-4292-A80B-E81DF64BFB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780041"/>
            <a:ext cx="12192000" cy="5077959"/>
          </a:xfrm>
          <a:custGeom>
            <a:avLst/>
            <a:gdLst>
              <a:gd name="connsiteX0" fmla="*/ 12192000 w 12192000"/>
              <a:gd name="connsiteY0" fmla="*/ 0 h 5077959"/>
              <a:gd name="connsiteX1" fmla="*/ 12192000 w 12192000"/>
              <a:gd name="connsiteY1" fmla="*/ 1972152 h 5077959"/>
              <a:gd name="connsiteX2" fmla="*/ 12192000 w 12192000"/>
              <a:gd name="connsiteY2" fmla="*/ 2361342 h 5077959"/>
              <a:gd name="connsiteX3" fmla="*/ 12192000 w 12192000"/>
              <a:gd name="connsiteY3" fmla="*/ 5077959 h 5077959"/>
              <a:gd name="connsiteX4" fmla="*/ 0 w 12192000"/>
              <a:gd name="connsiteY4" fmla="*/ 5077959 h 5077959"/>
              <a:gd name="connsiteX5" fmla="*/ 0 w 12192000"/>
              <a:gd name="connsiteY5" fmla="*/ 2361342 h 5077959"/>
              <a:gd name="connsiteX6" fmla="*/ 0 w 12192000"/>
              <a:gd name="connsiteY6" fmla="*/ 1972152 h 5077959"/>
              <a:gd name="connsiteX7" fmla="*/ 0 w 12192000"/>
              <a:gd name="connsiteY7" fmla="*/ 12515 h 5077959"/>
              <a:gd name="connsiteX8" fmla="*/ 108623 w 12192000"/>
              <a:gd name="connsiteY8" fmla="*/ 29540 h 5077959"/>
              <a:gd name="connsiteX9" fmla="*/ 300195 w 12192000"/>
              <a:gd name="connsiteY9" fmla="*/ 56163 h 5077959"/>
              <a:gd name="connsiteX10" fmla="*/ 527528 w 12192000"/>
              <a:gd name="connsiteY10" fmla="*/ 88041 h 5077959"/>
              <a:gd name="connsiteX11" fmla="*/ 779127 w 12192000"/>
              <a:gd name="connsiteY11" fmla="*/ 121671 h 5077959"/>
              <a:gd name="connsiteX12" fmla="*/ 1062654 w 12192000"/>
              <a:gd name="connsiteY12" fmla="*/ 157052 h 5077959"/>
              <a:gd name="connsiteX13" fmla="*/ 1371726 w 12192000"/>
              <a:gd name="connsiteY13" fmla="*/ 194535 h 5077959"/>
              <a:gd name="connsiteX14" fmla="*/ 1707616 w 12192000"/>
              <a:gd name="connsiteY14" fmla="*/ 232018 h 5077959"/>
              <a:gd name="connsiteX15" fmla="*/ 2065219 w 12192000"/>
              <a:gd name="connsiteY15" fmla="*/ 270201 h 5077959"/>
              <a:gd name="connsiteX16" fmla="*/ 2450918 w 12192000"/>
              <a:gd name="connsiteY16" fmla="*/ 305583 h 5077959"/>
              <a:gd name="connsiteX17" fmla="*/ 2854496 w 12192000"/>
              <a:gd name="connsiteY17" fmla="*/ 339562 h 5077959"/>
              <a:gd name="connsiteX18" fmla="*/ 3281065 w 12192000"/>
              <a:gd name="connsiteY18" fmla="*/ 370390 h 5077959"/>
              <a:gd name="connsiteX19" fmla="*/ 3725514 w 12192000"/>
              <a:gd name="connsiteY19" fmla="*/ 399815 h 5077959"/>
              <a:gd name="connsiteX20" fmla="*/ 4189119 w 12192000"/>
              <a:gd name="connsiteY20" fmla="*/ 427490 h 5077959"/>
              <a:gd name="connsiteX21" fmla="*/ 4426671 w 12192000"/>
              <a:gd name="connsiteY21" fmla="*/ 437298 h 5077959"/>
              <a:gd name="connsiteX22" fmla="*/ 4669330 w 12192000"/>
              <a:gd name="connsiteY22" fmla="*/ 448158 h 5077959"/>
              <a:gd name="connsiteX23" fmla="*/ 4915819 w 12192000"/>
              <a:gd name="connsiteY23" fmla="*/ 458317 h 5077959"/>
              <a:gd name="connsiteX24" fmla="*/ 5163586 w 12192000"/>
              <a:gd name="connsiteY24" fmla="*/ 464973 h 5077959"/>
              <a:gd name="connsiteX25" fmla="*/ 5416461 w 12192000"/>
              <a:gd name="connsiteY25" fmla="*/ 470928 h 5077959"/>
              <a:gd name="connsiteX26" fmla="*/ 5671892 w 12192000"/>
              <a:gd name="connsiteY26" fmla="*/ 477234 h 5077959"/>
              <a:gd name="connsiteX27" fmla="*/ 5932430 w 12192000"/>
              <a:gd name="connsiteY27" fmla="*/ 481437 h 5077959"/>
              <a:gd name="connsiteX28" fmla="*/ 6195523 w 12192000"/>
              <a:gd name="connsiteY28" fmla="*/ 481437 h 5077959"/>
              <a:gd name="connsiteX29" fmla="*/ 6461170 w 12192000"/>
              <a:gd name="connsiteY29" fmla="*/ 483539 h 5077959"/>
              <a:gd name="connsiteX30" fmla="*/ 6729372 w 12192000"/>
              <a:gd name="connsiteY30" fmla="*/ 481437 h 5077959"/>
              <a:gd name="connsiteX31" fmla="*/ 7001406 w 12192000"/>
              <a:gd name="connsiteY31" fmla="*/ 477234 h 5077959"/>
              <a:gd name="connsiteX32" fmla="*/ 7273439 w 12192000"/>
              <a:gd name="connsiteY32" fmla="*/ 473380 h 5077959"/>
              <a:gd name="connsiteX33" fmla="*/ 7549303 w 12192000"/>
              <a:gd name="connsiteY33" fmla="*/ 464973 h 5077959"/>
              <a:gd name="connsiteX34" fmla="*/ 7827722 w 12192000"/>
              <a:gd name="connsiteY34" fmla="*/ 456215 h 5077959"/>
              <a:gd name="connsiteX35" fmla="*/ 8106140 w 12192000"/>
              <a:gd name="connsiteY35" fmla="*/ 446056 h 5077959"/>
              <a:gd name="connsiteX36" fmla="*/ 8387114 w 12192000"/>
              <a:gd name="connsiteY36" fmla="*/ 431694 h 5077959"/>
              <a:gd name="connsiteX37" fmla="*/ 8670640 w 12192000"/>
              <a:gd name="connsiteY37" fmla="*/ 414528 h 5077959"/>
              <a:gd name="connsiteX38" fmla="*/ 8955446 w 12192000"/>
              <a:gd name="connsiteY38" fmla="*/ 398064 h 5077959"/>
              <a:gd name="connsiteX39" fmla="*/ 9240250 w 12192000"/>
              <a:gd name="connsiteY39" fmla="*/ 377045 h 5077959"/>
              <a:gd name="connsiteX40" fmla="*/ 9528886 w 12192000"/>
              <a:gd name="connsiteY40" fmla="*/ 351823 h 5077959"/>
              <a:gd name="connsiteX41" fmla="*/ 9813691 w 12192000"/>
              <a:gd name="connsiteY41" fmla="*/ 326601 h 5077959"/>
              <a:gd name="connsiteX42" fmla="*/ 10103603 w 12192000"/>
              <a:gd name="connsiteY42" fmla="*/ 297525 h 5077959"/>
              <a:gd name="connsiteX43" fmla="*/ 10394794 w 12192000"/>
              <a:gd name="connsiteY43" fmla="*/ 265647 h 5077959"/>
              <a:gd name="connsiteX44" fmla="*/ 10682153 w 12192000"/>
              <a:gd name="connsiteY44" fmla="*/ 232018 h 5077959"/>
              <a:gd name="connsiteX45" fmla="*/ 10973344 w 12192000"/>
              <a:gd name="connsiteY45" fmla="*/ 192783 h 5077959"/>
              <a:gd name="connsiteX46" fmla="*/ 11263257 w 12192000"/>
              <a:gd name="connsiteY46" fmla="*/ 150746 h 5077959"/>
              <a:gd name="connsiteX47" fmla="*/ 11554448 w 12192000"/>
              <a:gd name="connsiteY47" fmla="*/ 109060 h 5077959"/>
              <a:gd name="connsiteX48" fmla="*/ 11844360 w 12192000"/>
              <a:gd name="connsiteY48" fmla="*/ 60367 h 5077959"/>
              <a:gd name="connsiteX49" fmla="*/ 12132996 w 12192000"/>
              <a:gd name="connsiteY49" fmla="*/ 10623 h 5077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2192000" h="5077959">
                <a:moveTo>
                  <a:pt x="12192000" y="0"/>
                </a:moveTo>
                <a:lnTo>
                  <a:pt x="12192000" y="1972152"/>
                </a:lnTo>
                <a:lnTo>
                  <a:pt x="12192000" y="2361342"/>
                </a:lnTo>
                <a:lnTo>
                  <a:pt x="12192000" y="5077959"/>
                </a:lnTo>
                <a:lnTo>
                  <a:pt x="0" y="5077959"/>
                </a:lnTo>
                <a:lnTo>
                  <a:pt x="0" y="2361342"/>
                </a:lnTo>
                <a:lnTo>
                  <a:pt x="0" y="1972152"/>
                </a:lnTo>
                <a:lnTo>
                  <a:pt x="0" y="12515"/>
                </a:lnTo>
                <a:lnTo>
                  <a:pt x="108623" y="29540"/>
                </a:lnTo>
                <a:lnTo>
                  <a:pt x="300195" y="56163"/>
                </a:lnTo>
                <a:lnTo>
                  <a:pt x="527528" y="88041"/>
                </a:lnTo>
                <a:lnTo>
                  <a:pt x="779127" y="121671"/>
                </a:lnTo>
                <a:lnTo>
                  <a:pt x="1062654" y="157052"/>
                </a:lnTo>
                <a:lnTo>
                  <a:pt x="1371726" y="194535"/>
                </a:lnTo>
                <a:lnTo>
                  <a:pt x="1707616" y="232018"/>
                </a:lnTo>
                <a:lnTo>
                  <a:pt x="2065219" y="270201"/>
                </a:lnTo>
                <a:lnTo>
                  <a:pt x="2450918" y="305583"/>
                </a:lnTo>
                <a:lnTo>
                  <a:pt x="2854496" y="339562"/>
                </a:lnTo>
                <a:lnTo>
                  <a:pt x="3281065" y="370390"/>
                </a:lnTo>
                <a:lnTo>
                  <a:pt x="3725514" y="399815"/>
                </a:lnTo>
                <a:lnTo>
                  <a:pt x="4189119" y="427490"/>
                </a:lnTo>
                <a:lnTo>
                  <a:pt x="4426671" y="437298"/>
                </a:lnTo>
                <a:lnTo>
                  <a:pt x="4669330" y="448158"/>
                </a:lnTo>
                <a:lnTo>
                  <a:pt x="4915819" y="458317"/>
                </a:lnTo>
                <a:lnTo>
                  <a:pt x="5163586" y="464973"/>
                </a:lnTo>
                <a:lnTo>
                  <a:pt x="5416461" y="470928"/>
                </a:lnTo>
                <a:lnTo>
                  <a:pt x="5671892" y="477234"/>
                </a:lnTo>
                <a:lnTo>
                  <a:pt x="5932430" y="481437"/>
                </a:lnTo>
                <a:lnTo>
                  <a:pt x="6195523" y="481437"/>
                </a:lnTo>
                <a:lnTo>
                  <a:pt x="6461170" y="483539"/>
                </a:lnTo>
                <a:lnTo>
                  <a:pt x="6729372" y="481437"/>
                </a:lnTo>
                <a:lnTo>
                  <a:pt x="7001406" y="477234"/>
                </a:lnTo>
                <a:lnTo>
                  <a:pt x="7273439" y="473380"/>
                </a:lnTo>
                <a:lnTo>
                  <a:pt x="7549303" y="464973"/>
                </a:lnTo>
                <a:lnTo>
                  <a:pt x="7827722" y="456215"/>
                </a:lnTo>
                <a:lnTo>
                  <a:pt x="8106140" y="446056"/>
                </a:lnTo>
                <a:lnTo>
                  <a:pt x="8387114" y="431694"/>
                </a:lnTo>
                <a:lnTo>
                  <a:pt x="8670640" y="414528"/>
                </a:lnTo>
                <a:lnTo>
                  <a:pt x="8955446" y="398064"/>
                </a:lnTo>
                <a:lnTo>
                  <a:pt x="9240250" y="377045"/>
                </a:lnTo>
                <a:lnTo>
                  <a:pt x="9528886" y="351823"/>
                </a:lnTo>
                <a:lnTo>
                  <a:pt x="9813691" y="326601"/>
                </a:lnTo>
                <a:lnTo>
                  <a:pt x="10103603" y="297525"/>
                </a:lnTo>
                <a:lnTo>
                  <a:pt x="10394794" y="265647"/>
                </a:lnTo>
                <a:lnTo>
                  <a:pt x="10682153" y="232018"/>
                </a:lnTo>
                <a:lnTo>
                  <a:pt x="10973344" y="192783"/>
                </a:lnTo>
                <a:lnTo>
                  <a:pt x="11263257" y="150746"/>
                </a:lnTo>
                <a:lnTo>
                  <a:pt x="11554448" y="109060"/>
                </a:lnTo>
                <a:lnTo>
                  <a:pt x="11844360" y="60367"/>
                </a:lnTo>
                <a:lnTo>
                  <a:pt x="12132996" y="10623"/>
                </a:lnTo>
                <a:close/>
              </a:path>
            </a:pathLst>
          </a:custGeom>
          <a:solidFill>
            <a:srgbClr val="FFFFFF"/>
          </a:solidFill>
          <a:ln>
            <a:noFill/>
          </a:ln>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CC1C7165-8A3A-44EB-88D0-4EFA36A00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8" name="Freeform 5">
            <a:extLst>
              <a:ext uri="{FF2B5EF4-FFF2-40B4-BE49-F238E27FC236}">
                <a16:creationId xmlns:a16="http://schemas.microsoft.com/office/drawing/2014/main" id="{A1081473-BB93-49A4-B605-4E20537397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accent1"/>
          </a:solidFill>
          <a:ln>
            <a:noFill/>
          </a:ln>
        </p:spPr>
        <p:txBody>
          <a:bodyPr/>
          <a:lstStyle/>
          <a:p>
            <a:endParaRPr lang="en-IN"/>
          </a:p>
        </p:txBody>
      </p:sp>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1683171" y="838200"/>
            <a:ext cx="8825659" cy="977902"/>
          </a:xfrm>
        </p:spPr>
        <p:txBody>
          <a:bodyPr>
            <a:normAutofit/>
          </a:bodyPr>
          <a:lstStyle/>
          <a:p>
            <a:pPr algn="ctr"/>
            <a:r>
              <a:rPr lang="en-US" b="1">
                <a:solidFill>
                  <a:srgbClr val="EBEBEB"/>
                </a:solidFill>
                <a:latin typeface="Arial" panose="020B0604020202020204" pitchFamily="34" charset="0"/>
                <a:cs typeface="Arial" panose="020B0604020202020204" pitchFamily="34" charset="0"/>
              </a:rPr>
              <a:t>Technology  used</a:t>
            </a:r>
            <a:endParaRPr lang="en-US">
              <a:solidFill>
                <a:srgbClr val="EBEBEB"/>
              </a:solidFill>
            </a:endParaRPr>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1683171" y="2757942"/>
            <a:ext cx="8825659" cy="3261857"/>
          </a:xfrm>
        </p:spPr>
        <p:txBody>
          <a:bodyPr vert="horz" lIns="91440" tIns="45720" rIns="91440" bIns="45720" rtlCol="0">
            <a:normAutofit fontScale="92500" lnSpcReduction="10000"/>
          </a:bodyPr>
          <a:lstStyle/>
          <a:p>
            <a:pPr>
              <a:lnSpc>
                <a:spcPct val="90000"/>
              </a:lnSpc>
            </a:pPr>
            <a:r>
              <a:rPr lang="en-IN" sz="1700" b="1" dirty="0">
                <a:solidFill>
                  <a:srgbClr val="404040"/>
                </a:solidFill>
              </a:rPr>
              <a:t>Programming Language:</a:t>
            </a:r>
            <a:r>
              <a:rPr lang="en-IN" sz="1700" dirty="0">
                <a:solidFill>
                  <a:srgbClr val="404040"/>
                </a:solidFill>
              </a:rPr>
              <a:t>  Python</a:t>
            </a:r>
          </a:p>
          <a:p>
            <a:pPr>
              <a:lnSpc>
                <a:spcPct val="90000"/>
              </a:lnSpc>
            </a:pPr>
            <a:r>
              <a:rPr lang="en-IN" sz="1700" b="1" dirty="0">
                <a:solidFill>
                  <a:srgbClr val="404040"/>
                </a:solidFill>
              </a:rPr>
              <a:t>Libraries:  </a:t>
            </a:r>
          </a:p>
          <a:p>
            <a:pPr lvl="1">
              <a:buFont typeface="Wingdings" panose="05000000000000000000" pitchFamily="2" charset="2"/>
              <a:buChar char="q"/>
            </a:pPr>
            <a:r>
              <a:rPr lang="en-IN" sz="1400" b="1" dirty="0"/>
              <a:t>OpenCV:</a:t>
            </a:r>
            <a:r>
              <a:rPr lang="en-IN" sz="1400" dirty="0"/>
              <a:t> Used for reading, modifying, and saving image files during steganographic embedding.</a:t>
            </a:r>
          </a:p>
          <a:p>
            <a:pPr lvl="1">
              <a:buFont typeface="Wingdings" panose="05000000000000000000" pitchFamily="2" charset="2"/>
              <a:buChar char="q"/>
            </a:pPr>
            <a:r>
              <a:rPr lang="en-IN" sz="1400" b="1" dirty="0"/>
              <a:t>Custom RSA Implementation:</a:t>
            </a:r>
            <a:r>
              <a:rPr lang="en-IN" sz="1400" dirty="0"/>
              <a:t> Developed without third-party libraries to handle secure encryption and decryption of secret messages.</a:t>
            </a:r>
          </a:p>
          <a:p>
            <a:pPr lvl="1">
              <a:buFont typeface="Wingdings" panose="05000000000000000000" pitchFamily="2" charset="2"/>
              <a:buChar char="q"/>
            </a:pPr>
            <a:r>
              <a:rPr lang="en-IN" sz="1400" b="1" dirty="0"/>
              <a:t>Base64 Encoding:</a:t>
            </a:r>
            <a:r>
              <a:rPr lang="en-IN" sz="1400" dirty="0"/>
              <a:t> Ensures safe embedding of binary encrypted data into image pixels.</a:t>
            </a:r>
          </a:p>
          <a:p>
            <a:pPr lvl="1">
              <a:buFont typeface="Wingdings" panose="05000000000000000000" pitchFamily="2" charset="2"/>
              <a:buChar char="q"/>
            </a:pPr>
            <a:r>
              <a:rPr lang="en-IN" sz="1400" b="1" dirty="0"/>
              <a:t>OS Module:</a:t>
            </a:r>
            <a:r>
              <a:rPr lang="en-IN" sz="1400" dirty="0"/>
              <a:t> Manages file operations and system-level interactions.</a:t>
            </a:r>
          </a:p>
          <a:p>
            <a:pPr lvl="1">
              <a:buFont typeface="Wingdings" panose="05000000000000000000" pitchFamily="2" charset="2"/>
              <a:buChar char="q"/>
            </a:pPr>
            <a:r>
              <a:rPr lang="en-IN" sz="1400" b="1" dirty="0"/>
              <a:t>String/Character Manipulation:</a:t>
            </a:r>
            <a:r>
              <a:rPr lang="en-IN" sz="1400" dirty="0"/>
              <a:t> Used to map ASCII values and handle character-wise embedding/extraction.</a:t>
            </a:r>
          </a:p>
          <a:p>
            <a:pPr>
              <a:lnSpc>
                <a:spcPct val="90000"/>
              </a:lnSpc>
            </a:pPr>
            <a:r>
              <a:rPr lang="en-IN" sz="1700" b="1" dirty="0">
                <a:solidFill>
                  <a:srgbClr val="404040"/>
                </a:solidFill>
              </a:rPr>
              <a:t>Platform:</a:t>
            </a:r>
            <a:r>
              <a:rPr lang="en-IN" sz="1700" dirty="0">
                <a:solidFill>
                  <a:srgbClr val="404040"/>
                </a:solidFill>
              </a:rPr>
              <a:t> Windows</a:t>
            </a:r>
          </a:p>
          <a:p>
            <a:pPr>
              <a:lnSpc>
                <a:spcPct val="90000"/>
              </a:lnSpc>
            </a:pPr>
            <a:r>
              <a:rPr lang="en-IN" sz="1700" b="1" dirty="0">
                <a:solidFill>
                  <a:srgbClr val="404040"/>
                </a:solidFill>
              </a:rPr>
              <a:t>Tools:</a:t>
            </a:r>
            <a:r>
              <a:rPr lang="en-IN" sz="1700" dirty="0">
                <a:solidFill>
                  <a:srgbClr val="404040"/>
                </a:solidFill>
              </a:rPr>
              <a:t> Visual Studio Code</a:t>
            </a:r>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2" name="Rectangle 11">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3" name="Oval 12">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4" name="Oval 13">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5" name="Rectangle 14">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6"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IN"/>
            </a:p>
          </p:txBody>
        </p:sp>
        <p:sp>
          <p:nvSpPr>
            <p:cNvPr id="17"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IN"/>
            </a:p>
          </p:txBody>
        </p:sp>
        <p:sp>
          <p:nvSpPr>
            <p:cNvPr id="18"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IN"/>
            </a:p>
          </p:txBody>
        </p:sp>
      </p:grpSp>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1154955" y="973667"/>
            <a:ext cx="2942210" cy="4833745"/>
          </a:xfrm>
        </p:spPr>
        <p:txBody>
          <a:bodyPr>
            <a:normAutofit/>
          </a:bodyPr>
          <a:lstStyle/>
          <a:p>
            <a:r>
              <a:rPr lang="en-US" b="1">
                <a:solidFill>
                  <a:srgbClr val="EBEBEB"/>
                </a:solidFill>
                <a:latin typeface="Arial"/>
                <a:ea typeface="+mj-lt"/>
                <a:cs typeface="Arial"/>
              </a:rPr>
              <a:t>Wow factors</a:t>
            </a:r>
            <a:endParaRPr lang="en-US">
              <a:solidFill>
                <a:srgbClr val="EBEBEB"/>
              </a:solidFill>
              <a:latin typeface="Calibri Light"/>
              <a:cs typeface="Calibri Light"/>
            </a:endParaRPr>
          </a:p>
        </p:txBody>
      </p:sp>
      <p:sp>
        <p:nvSpPr>
          <p:cNvPr id="20" name="Rectangle 19">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graphicFrame>
        <p:nvGraphicFramePr>
          <p:cNvPr id="7" name="Content Placeholder 1">
            <a:extLst>
              <a:ext uri="{FF2B5EF4-FFF2-40B4-BE49-F238E27FC236}">
                <a16:creationId xmlns:a16="http://schemas.microsoft.com/office/drawing/2014/main" id="{44E04EDC-6BB0-C152-8F8A-695B0C805A94}"/>
              </a:ext>
            </a:extLst>
          </p:cNvPr>
          <p:cNvGraphicFramePr>
            <a:graphicFrameLocks noGrp="1"/>
          </p:cNvGraphicFramePr>
          <p:nvPr>
            <p:ph idx="1"/>
            <p:extLst>
              <p:ext uri="{D42A27DB-BD31-4B8C-83A1-F6EECF244321}">
                <p14:modId xmlns:p14="http://schemas.microsoft.com/office/powerpoint/2010/main" val="3917546589"/>
              </p:ext>
            </p:extLst>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70C2B8F-6B1B-46D5-86E6-40F36C695F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IN"/>
          </a:p>
        </p:txBody>
      </p:sp>
      <p:sp>
        <p:nvSpPr>
          <p:cNvPr id="12" name="Freeform 5">
            <a:extLst>
              <a:ext uri="{FF2B5EF4-FFF2-40B4-BE49-F238E27FC236}">
                <a16:creationId xmlns:a16="http://schemas.microsoft.com/office/drawing/2014/main" id="{DB521824-592C-476A-AB0A-CA0C6D1F34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IN"/>
          </a:p>
        </p:txBody>
      </p:sp>
      <p:sp>
        <p:nvSpPr>
          <p:cNvPr id="14" name="Freeform: Shape 13">
            <a:extLst>
              <a:ext uri="{FF2B5EF4-FFF2-40B4-BE49-F238E27FC236}">
                <a16:creationId xmlns:a16="http://schemas.microsoft.com/office/drawing/2014/main" id="{A2749EFA-8EE4-4EB8-9424-8E593B9320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950898" y="638067"/>
            <a:ext cx="6053670" cy="5581866"/>
          </a:xfrm>
          <a:custGeom>
            <a:avLst/>
            <a:gdLst>
              <a:gd name="connsiteX0" fmla="*/ 6053670 w 6053670"/>
              <a:gd name="connsiteY0" fmla="*/ 1098 h 5581866"/>
              <a:gd name="connsiteX1" fmla="*/ 6053670 w 6053670"/>
              <a:gd name="connsiteY1" fmla="*/ 514028 h 5581866"/>
              <a:gd name="connsiteX2" fmla="*/ 6053670 w 6053670"/>
              <a:gd name="connsiteY2" fmla="*/ 1254558 h 5581866"/>
              <a:gd name="connsiteX3" fmla="*/ 6053670 w 6053670"/>
              <a:gd name="connsiteY3" fmla="*/ 5581866 h 5581866"/>
              <a:gd name="connsiteX4" fmla="*/ 0 w 6053670"/>
              <a:gd name="connsiteY4" fmla="*/ 5581866 h 5581866"/>
              <a:gd name="connsiteX5" fmla="*/ 0 w 6053670"/>
              <a:gd name="connsiteY5" fmla="*/ 1249853 h 5581866"/>
              <a:gd name="connsiteX6" fmla="*/ 0 w 6053670"/>
              <a:gd name="connsiteY6" fmla="*/ 514028 h 5581866"/>
              <a:gd name="connsiteX7" fmla="*/ 0 w 6053670"/>
              <a:gd name="connsiteY7" fmla="*/ 0 h 5581866"/>
              <a:gd name="connsiteX8" fmla="*/ 35717 w 6053670"/>
              <a:gd name="connsiteY8" fmla="*/ 5488 h 5581866"/>
              <a:gd name="connsiteX9" fmla="*/ 140445 w 6053670"/>
              <a:gd name="connsiteY9" fmla="*/ 21641 h 5581866"/>
              <a:gd name="connsiteX10" fmla="*/ 216722 w 6053670"/>
              <a:gd name="connsiteY10" fmla="*/ 32932 h 5581866"/>
              <a:gd name="connsiteX11" fmla="*/ 307527 w 6053670"/>
              <a:gd name="connsiteY11" fmla="*/ 44850 h 5581866"/>
              <a:gd name="connsiteX12" fmla="*/ 415282 w 6053670"/>
              <a:gd name="connsiteY12" fmla="*/ 59121 h 5581866"/>
              <a:gd name="connsiteX13" fmla="*/ 534539 w 6053670"/>
              <a:gd name="connsiteY13" fmla="*/ 74175 h 5581866"/>
              <a:gd name="connsiteX14" fmla="*/ 668931 w 6053670"/>
              <a:gd name="connsiteY14" fmla="*/ 90014 h 5581866"/>
              <a:gd name="connsiteX15" fmla="*/ 815430 w 6053670"/>
              <a:gd name="connsiteY15" fmla="*/ 106794 h 5581866"/>
              <a:gd name="connsiteX16" fmla="*/ 974641 w 6053670"/>
              <a:gd name="connsiteY16" fmla="*/ 123574 h 5581866"/>
              <a:gd name="connsiteX17" fmla="*/ 1144144 w 6053670"/>
              <a:gd name="connsiteY17" fmla="*/ 140667 h 5581866"/>
              <a:gd name="connsiteX18" fmla="*/ 1326965 w 6053670"/>
              <a:gd name="connsiteY18" fmla="*/ 156506 h 5581866"/>
              <a:gd name="connsiteX19" fmla="*/ 1518261 w 6053670"/>
              <a:gd name="connsiteY19" fmla="*/ 171717 h 5581866"/>
              <a:gd name="connsiteX20" fmla="*/ 1720453 w 6053670"/>
              <a:gd name="connsiteY20" fmla="*/ 185518 h 5581866"/>
              <a:gd name="connsiteX21" fmla="*/ 1931121 w 6053670"/>
              <a:gd name="connsiteY21" fmla="*/ 198690 h 5581866"/>
              <a:gd name="connsiteX22" fmla="*/ 2150869 w 6053670"/>
              <a:gd name="connsiteY22" fmla="*/ 211079 h 5581866"/>
              <a:gd name="connsiteX23" fmla="*/ 2263467 w 6053670"/>
              <a:gd name="connsiteY23" fmla="*/ 215470 h 5581866"/>
              <a:gd name="connsiteX24" fmla="*/ 2378487 w 6053670"/>
              <a:gd name="connsiteY24" fmla="*/ 220332 h 5581866"/>
              <a:gd name="connsiteX25" fmla="*/ 2495323 w 6053670"/>
              <a:gd name="connsiteY25" fmla="*/ 224879 h 5581866"/>
              <a:gd name="connsiteX26" fmla="*/ 2612764 w 6053670"/>
              <a:gd name="connsiteY26" fmla="*/ 227859 h 5581866"/>
              <a:gd name="connsiteX27" fmla="*/ 2732627 w 6053670"/>
              <a:gd name="connsiteY27" fmla="*/ 230525 h 5581866"/>
              <a:gd name="connsiteX28" fmla="*/ 2853700 w 6053670"/>
              <a:gd name="connsiteY28" fmla="*/ 233348 h 5581866"/>
              <a:gd name="connsiteX29" fmla="*/ 2977195 w 6053670"/>
              <a:gd name="connsiteY29" fmla="*/ 235229 h 5581866"/>
              <a:gd name="connsiteX30" fmla="*/ 3101900 w 6053670"/>
              <a:gd name="connsiteY30" fmla="*/ 235229 h 5581866"/>
              <a:gd name="connsiteX31" fmla="*/ 3227817 w 6053670"/>
              <a:gd name="connsiteY31" fmla="*/ 236170 h 5581866"/>
              <a:gd name="connsiteX32" fmla="*/ 3354944 w 6053670"/>
              <a:gd name="connsiteY32" fmla="*/ 235229 h 5581866"/>
              <a:gd name="connsiteX33" fmla="*/ 3483887 w 6053670"/>
              <a:gd name="connsiteY33" fmla="*/ 233348 h 5581866"/>
              <a:gd name="connsiteX34" fmla="*/ 3612830 w 6053670"/>
              <a:gd name="connsiteY34" fmla="*/ 231623 h 5581866"/>
              <a:gd name="connsiteX35" fmla="*/ 3743589 w 6053670"/>
              <a:gd name="connsiteY35" fmla="*/ 227859 h 5581866"/>
              <a:gd name="connsiteX36" fmla="*/ 3875559 w 6053670"/>
              <a:gd name="connsiteY36" fmla="*/ 223938 h 5581866"/>
              <a:gd name="connsiteX37" fmla="*/ 4007529 w 6053670"/>
              <a:gd name="connsiteY37" fmla="*/ 219391 h 5581866"/>
              <a:gd name="connsiteX38" fmla="*/ 4140710 w 6053670"/>
              <a:gd name="connsiteY38" fmla="*/ 212961 h 5581866"/>
              <a:gd name="connsiteX39" fmla="*/ 4275102 w 6053670"/>
              <a:gd name="connsiteY39" fmla="*/ 205277 h 5581866"/>
              <a:gd name="connsiteX40" fmla="*/ 4410098 w 6053670"/>
              <a:gd name="connsiteY40" fmla="*/ 197907 h 5581866"/>
              <a:gd name="connsiteX41" fmla="*/ 4545096 w 6053670"/>
              <a:gd name="connsiteY41" fmla="*/ 188498 h 5581866"/>
              <a:gd name="connsiteX42" fmla="*/ 4681909 w 6053670"/>
              <a:gd name="connsiteY42" fmla="*/ 177207 h 5581866"/>
              <a:gd name="connsiteX43" fmla="*/ 4816905 w 6053670"/>
              <a:gd name="connsiteY43" fmla="*/ 165916 h 5581866"/>
              <a:gd name="connsiteX44" fmla="*/ 4954323 w 6053670"/>
              <a:gd name="connsiteY44" fmla="*/ 152899 h 5581866"/>
              <a:gd name="connsiteX45" fmla="*/ 5092347 w 6053670"/>
              <a:gd name="connsiteY45" fmla="*/ 138629 h 5581866"/>
              <a:gd name="connsiteX46" fmla="*/ 5228555 w 6053670"/>
              <a:gd name="connsiteY46" fmla="*/ 123574 h 5581866"/>
              <a:gd name="connsiteX47" fmla="*/ 5366578 w 6053670"/>
              <a:gd name="connsiteY47" fmla="*/ 106010 h 5581866"/>
              <a:gd name="connsiteX48" fmla="*/ 5503997 w 6053670"/>
              <a:gd name="connsiteY48" fmla="*/ 87192 h 5581866"/>
              <a:gd name="connsiteX49" fmla="*/ 5642020 w 6053670"/>
              <a:gd name="connsiteY49" fmla="*/ 68530 h 5581866"/>
              <a:gd name="connsiteX50" fmla="*/ 5779438 w 6053670"/>
              <a:gd name="connsiteY50" fmla="*/ 46733 h 5581866"/>
              <a:gd name="connsiteX51" fmla="*/ 5916251 w 6053670"/>
              <a:gd name="connsiteY51" fmla="*/ 24464 h 5581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5581866">
                <a:moveTo>
                  <a:pt x="6053670" y="1098"/>
                </a:moveTo>
                <a:lnTo>
                  <a:pt x="6053670" y="514028"/>
                </a:lnTo>
                <a:lnTo>
                  <a:pt x="6053670" y="1254558"/>
                </a:lnTo>
                <a:lnTo>
                  <a:pt x="6053670" y="5581866"/>
                </a:lnTo>
                <a:lnTo>
                  <a:pt x="0" y="5581866"/>
                </a:lnTo>
                <a:lnTo>
                  <a:pt x="0" y="1249853"/>
                </a:lnTo>
                <a:lnTo>
                  <a:pt x="0" y="514028"/>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0" y="235229"/>
                </a:lnTo>
                <a:lnTo>
                  <a:pt x="3227817" y="236170"/>
                </a:lnTo>
                <a:lnTo>
                  <a:pt x="3354944" y="235229"/>
                </a:lnTo>
                <a:lnTo>
                  <a:pt x="3483887" y="233348"/>
                </a:lnTo>
                <a:lnTo>
                  <a:pt x="3612830" y="231623"/>
                </a:lnTo>
                <a:lnTo>
                  <a:pt x="3743589" y="227859"/>
                </a:lnTo>
                <a:lnTo>
                  <a:pt x="3875559" y="223938"/>
                </a:lnTo>
                <a:lnTo>
                  <a:pt x="4007529"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IN"/>
          </a:p>
        </p:txBody>
      </p:sp>
      <p:sp>
        <p:nvSpPr>
          <p:cNvPr id="16" name="Freeform 5">
            <a:extLst>
              <a:ext uri="{FF2B5EF4-FFF2-40B4-BE49-F238E27FC236}">
                <a16:creationId xmlns:a16="http://schemas.microsoft.com/office/drawing/2014/main" id="{B5C860C9-D4F9-4350-80DA-0D1CD36C7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IN"/>
          </a:p>
        </p:txBody>
      </p:sp>
      <p:sp>
        <p:nvSpPr>
          <p:cNvPr id="2" name="Title 1">
            <a:extLst>
              <a:ext uri="{FF2B5EF4-FFF2-40B4-BE49-F238E27FC236}">
                <a16:creationId xmlns:a16="http://schemas.microsoft.com/office/drawing/2014/main" id="{5F45986D-DBC5-8220-FE6F-7F2ABC7C4CEE}"/>
              </a:ext>
            </a:extLst>
          </p:cNvPr>
          <p:cNvSpPr>
            <a:spLocks noGrp="1"/>
          </p:cNvSpPr>
          <p:nvPr>
            <p:ph type="title"/>
          </p:nvPr>
        </p:nvSpPr>
        <p:spPr>
          <a:xfrm>
            <a:off x="639098" y="629265"/>
            <a:ext cx="5132438" cy="1622322"/>
          </a:xfrm>
        </p:spPr>
        <p:txBody>
          <a:bodyPr>
            <a:normAutofit/>
          </a:bodyPr>
          <a:lstStyle/>
          <a:p>
            <a:r>
              <a:rPr lang="en-IN" dirty="0">
                <a:solidFill>
                  <a:srgbClr val="EBEBEB"/>
                </a:solidFill>
              </a:rPr>
              <a:t>End users</a:t>
            </a:r>
          </a:p>
        </p:txBody>
      </p:sp>
      <p:pic>
        <p:nvPicPr>
          <p:cNvPr id="7" name="Graphic 6" descr="Programmer">
            <a:extLst>
              <a:ext uri="{FF2B5EF4-FFF2-40B4-BE49-F238E27FC236}">
                <a16:creationId xmlns:a16="http://schemas.microsoft.com/office/drawing/2014/main" id="{1AF50F2D-5170-E203-5C2B-6EDDDC79EEE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714836" y="1023437"/>
            <a:ext cx="4828707" cy="4828707"/>
          </a:xfrm>
          <a:prstGeom prst="rect">
            <a:avLst/>
          </a:prstGeom>
        </p:spPr>
      </p:pic>
      <p:sp>
        <p:nvSpPr>
          <p:cNvPr id="18" name="Rectangle 17">
            <a:extLst>
              <a:ext uri="{FF2B5EF4-FFF2-40B4-BE49-F238E27FC236}">
                <a16:creationId xmlns:a16="http://schemas.microsoft.com/office/drawing/2014/main" id="{538A90C8-AE0E-4EBA-9AF8-EEDB206020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 name="Rectangle 1">
            <a:extLst>
              <a:ext uri="{FF2B5EF4-FFF2-40B4-BE49-F238E27FC236}">
                <a16:creationId xmlns:a16="http://schemas.microsoft.com/office/drawing/2014/main" id="{E72654DF-4B86-2A25-2955-2FC6D8159E43}"/>
              </a:ext>
            </a:extLst>
          </p:cNvPr>
          <p:cNvSpPr>
            <a:spLocks noChangeArrowheads="1"/>
          </p:cNvSpPr>
          <p:nvPr/>
        </p:nvSpPr>
        <p:spPr bwMode="auto">
          <a:xfrm>
            <a:off x="625089" y="2158825"/>
            <a:ext cx="558186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Cybersecurity professionals &amp; ethical hackers</a:t>
            </a:r>
            <a:r>
              <a:rPr kumimoji="0" lang="en-US" altLang="en-US" sz="1800" b="0" i="0" u="none" strike="noStrike" cap="none" normalizeH="0" baseline="0" dirty="0">
                <a:ln>
                  <a:noFill/>
                </a:ln>
                <a:solidFill>
                  <a:schemeClr val="tx1"/>
                </a:solidFill>
                <a:effectLst/>
                <a:latin typeface="Arial" panose="020B0604020202020204" pitchFamily="34" charset="0"/>
              </a:rPr>
              <a:t> – for secure message embedding &amp; detection training.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Students, researchers &amp; educators</a:t>
            </a:r>
            <a:r>
              <a:rPr kumimoji="0" lang="en-US" altLang="en-US" sz="1800" b="0" i="0" u="none" strike="noStrike" cap="none" normalizeH="0" baseline="0" dirty="0">
                <a:ln>
                  <a:noFill/>
                </a:ln>
                <a:solidFill>
                  <a:schemeClr val="tx1"/>
                </a:solidFill>
                <a:effectLst/>
                <a:latin typeface="Arial" panose="020B0604020202020204" pitchFamily="34" charset="0"/>
              </a:rPr>
              <a:t> – as a learning tool for cryptography and steganography.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Privacy-conscious users</a:t>
            </a:r>
            <a:r>
              <a:rPr kumimoji="0" lang="en-US" altLang="en-US" sz="1800" b="0" i="0" u="none" strike="noStrike" cap="none" normalizeH="0" baseline="0" dirty="0">
                <a:ln>
                  <a:noFill/>
                </a:ln>
                <a:solidFill>
                  <a:schemeClr val="tx1"/>
                </a:solidFill>
                <a:effectLst/>
                <a:latin typeface="Arial" panose="020B0604020202020204" pitchFamily="34" charset="0"/>
              </a:rPr>
              <a:t> – who seek discreet digital communication.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Journalists, activists &amp; government agents</a:t>
            </a:r>
            <a:r>
              <a:rPr kumimoji="0" lang="en-US" altLang="en-US" sz="1800" b="0" i="0" u="none" strike="noStrike" cap="none" normalizeH="0" baseline="0" dirty="0">
                <a:ln>
                  <a:noFill/>
                </a:ln>
                <a:solidFill>
                  <a:schemeClr val="tx1"/>
                </a:solidFill>
                <a:effectLst/>
                <a:latin typeface="Arial" panose="020B0604020202020204" pitchFamily="34" charset="0"/>
              </a:rPr>
              <a:t> – for confidential message exchange in sensitive environments.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Businesses &amp; organizations</a:t>
            </a:r>
            <a:r>
              <a:rPr kumimoji="0" lang="en-US" altLang="en-US" sz="1800" b="0" i="0" u="none" strike="noStrike" cap="none" normalizeH="0" baseline="0" dirty="0">
                <a:ln>
                  <a:noFill/>
                </a:ln>
                <a:solidFill>
                  <a:schemeClr val="tx1"/>
                </a:solidFill>
                <a:effectLst/>
                <a:latin typeface="Arial" panose="020B0604020202020204" pitchFamily="34" charset="0"/>
              </a:rPr>
              <a:t> – requiring secure data sharing without raising suspicion.</a:t>
            </a:r>
          </a:p>
        </p:txBody>
      </p:sp>
    </p:spTree>
    <p:extLst>
      <p:ext uri="{BB962C8B-B14F-4D97-AF65-F5344CB8AC3E}">
        <p14:creationId xmlns:p14="http://schemas.microsoft.com/office/powerpoint/2010/main" val="3819043843"/>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12E451E-151A-4910-BF41-6A040B6598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2">
            <a:schemeClr val="l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296EFE4-A70C-4388-9A15-3F657B6615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6250" y="473745"/>
            <a:ext cx="11227090" cy="5902829"/>
          </a:xfrm>
          <a:prstGeom prst="rect">
            <a:avLst/>
          </a:prstGeom>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FA4C6B3D-1072-C2D2-EBFE-E33CABE394D1}"/>
              </a:ext>
            </a:extLst>
          </p:cNvPr>
          <p:cNvSpPr>
            <a:spLocks noGrp="1"/>
          </p:cNvSpPr>
          <p:nvPr>
            <p:ph type="title"/>
          </p:nvPr>
        </p:nvSpPr>
        <p:spPr>
          <a:xfrm>
            <a:off x="1154954" y="855482"/>
            <a:ext cx="8761413" cy="898674"/>
          </a:xfrm>
        </p:spPr>
        <p:txBody>
          <a:bodyPr anchor="b">
            <a:normAutofit/>
          </a:bodyPr>
          <a:lstStyle/>
          <a:p>
            <a:r>
              <a:rPr lang="en-IN">
                <a:solidFill>
                  <a:schemeClr val="tx2"/>
                </a:solidFill>
              </a:rPr>
              <a:t>Conclusion</a:t>
            </a:r>
          </a:p>
        </p:txBody>
      </p:sp>
      <p:sp>
        <p:nvSpPr>
          <p:cNvPr id="12" name="Rectangle 11">
            <a:extLst>
              <a:ext uri="{FF2B5EF4-FFF2-40B4-BE49-F238E27FC236}">
                <a16:creationId xmlns:a16="http://schemas.microsoft.com/office/drawing/2014/main" id="{425EBAFC-9388-432A-BCFD-EEA2F410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 name="Content Placeholder 2">
            <a:extLst>
              <a:ext uri="{FF2B5EF4-FFF2-40B4-BE49-F238E27FC236}">
                <a16:creationId xmlns:a16="http://schemas.microsoft.com/office/drawing/2014/main" id="{D4974547-DF1B-77BB-E545-9344EDB9AD3F}"/>
              </a:ext>
            </a:extLst>
          </p:cNvPr>
          <p:cNvSpPr>
            <a:spLocks noGrp="1"/>
          </p:cNvSpPr>
          <p:nvPr>
            <p:ph idx="1"/>
          </p:nvPr>
        </p:nvSpPr>
        <p:spPr>
          <a:xfrm>
            <a:off x="1154954" y="2079173"/>
            <a:ext cx="8182191" cy="3730689"/>
          </a:xfrm>
        </p:spPr>
        <p:txBody>
          <a:bodyPr anchor="ctr">
            <a:normAutofit/>
          </a:bodyPr>
          <a:lstStyle/>
          <a:p>
            <a:r>
              <a:rPr lang="en-US" dirty="0">
                <a:solidFill>
                  <a:schemeClr val="tx1"/>
                </a:solidFill>
              </a:rPr>
              <a:t>Our project showcases a secure approach to data protection by embedding information within images using </a:t>
            </a:r>
            <a:r>
              <a:rPr lang="en-US" b="1" dirty="0">
                <a:solidFill>
                  <a:schemeClr val="tx1"/>
                </a:solidFill>
              </a:rPr>
              <a:t>LSB steganography </a:t>
            </a:r>
            <a:r>
              <a:rPr lang="en-US" dirty="0">
                <a:solidFill>
                  <a:schemeClr val="tx1"/>
                </a:solidFill>
              </a:rPr>
              <a:t>combined with </a:t>
            </a:r>
            <a:r>
              <a:rPr lang="en-US" b="1" dirty="0">
                <a:solidFill>
                  <a:schemeClr val="tx1"/>
                </a:solidFill>
              </a:rPr>
              <a:t>RSA encryption</a:t>
            </a:r>
            <a:r>
              <a:rPr lang="en-US" dirty="0">
                <a:solidFill>
                  <a:schemeClr val="tx1"/>
                </a:solidFill>
              </a:rPr>
              <a:t>.</a:t>
            </a:r>
          </a:p>
          <a:p>
            <a:r>
              <a:rPr lang="en-US" dirty="0">
                <a:solidFill>
                  <a:schemeClr val="tx1"/>
                </a:solidFill>
              </a:rPr>
              <a:t>By incorporating critical header details like</a:t>
            </a:r>
            <a:r>
              <a:rPr lang="en-US" b="1" dirty="0">
                <a:solidFill>
                  <a:schemeClr val="tx1"/>
                </a:solidFill>
              </a:rPr>
              <a:t> passcodes </a:t>
            </a:r>
            <a:r>
              <a:rPr lang="en-US" dirty="0">
                <a:solidFill>
                  <a:schemeClr val="tx1"/>
                </a:solidFill>
              </a:rPr>
              <a:t>and </a:t>
            </a:r>
            <a:r>
              <a:rPr lang="en-US" b="1" dirty="0">
                <a:solidFill>
                  <a:schemeClr val="tx1"/>
                </a:solidFill>
              </a:rPr>
              <a:t>message</a:t>
            </a:r>
            <a:r>
              <a:rPr lang="en-US" dirty="0">
                <a:solidFill>
                  <a:schemeClr val="tx1"/>
                </a:solidFill>
              </a:rPr>
              <a:t> lengths, the technique remains discreet and effective.</a:t>
            </a:r>
          </a:p>
          <a:p>
            <a:r>
              <a:rPr lang="en-US" dirty="0"/>
              <a:t>This work addresses real-world needs in </a:t>
            </a:r>
            <a:r>
              <a:rPr lang="en-US" b="1" dirty="0"/>
              <a:t>privacy, digital rights protection, secure journalism</a:t>
            </a:r>
            <a:r>
              <a:rPr lang="en-US" dirty="0"/>
              <a:t>, and </a:t>
            </a:r>
            <a:r>
              <a:rPr lang="en-US" b="1" dirty="0"/>
              <a:t>corporate communication</a:t>
            </a:r>
            <a:r>
              <a:rPr lang="en-US" dirty="0"/>
              <a:t>.</a:t>
            </a:r>
            <a:endParaRPr lang="en-US" dirty="0">
              <a:solidFill>
                <a:schemeClr val="tx1"/>
              </a:solidFill>
            </a:endParaRPr>
          </a:p>
          <a:p>
            <a:r>
              <a:rPr lang="en-US" dirty="0"/>
              <a:t>It contributes to ongoing efforts in </a:t>
            </a:r>
            <a:r>
              <a:rPr lang="en-US" b="1" dirty="0"/>
              <a:t>cybersecurity</a:t>
            </a:r>
            <a:r>
              <a:rPr lang="en-US" dirty="0"/>
              <a:t> by offering an adaptable tool that balances </a:t>
            </a:r>
            <a:r>
              <a:rPr lang="en-US" b="1" dirty="0"/>
              <a:t>usability</a:t>
            </a:r>
            <a:r>
              <a:rPr lang="en-US" dirty="0"/>
              <a:t>, </a:t>
            </a:r>
            <a:r>
              <a:rPr lang="en-US" b="1" dirty="0"/>
              <a:t>security</a:t>
            </a:r>
            <a:r>
              <a:rPr lang="en-US" dirty="0"/>
              <a:t>, and </a:t>
            </a:r>
            <a:r>
              <a:rPr lang="en-US" b="1" dirty="0"/>
              <a:t>discretion</a:t>
            </a:r>
            <a:r>
              <a:rPr lang="en-US" dirty="0"/>
              <a:t>.</a:t>
            </a:r>
            <a:endParaRPr lang="en-IN" dirty="0">
              <a:solidFill>
                <a:schemeClr val="tx1"/>
              </a:solidFill>
            </a:endParaRPr>
          </a:p>
        </p:txBody>
      </p:sp>
    </p:spTree>
    <p:extLst>
      <p:ext uri="{BB962C8B-B14F-4D97-AF65-F5344CB8AC3E}">
        <p14:creationId xmlns:p14="http://schemas.microsoft.com/office/powerpoint/2010/main" val="4233882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3E10248-AF0E-477D-B4D2-47C02CE4E3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9" name="Rectangle 8">
              <a:extLst>
                <a:ext uri="{FF2B5EF4-FFF2-40B4-BE49-F238E27FC236}">
                  <a16:creationId xmlns:a16="http://schemas.microsoft.com/office/drawing/2014/main" id="{533010C2-2DA5-460F-A40C-5317F567A0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0" name="Freeform 5">
              <a:extLst>
                <a:ext uri="{FF2B5EF4-FFF2-40B4-BE49-F238E27FC236}">
                  <a16:creationId xmlns:a16="http://schemas.microsoft.com/office/drawing/2014/main" id="{17CB0634-F963-4EC9-A6F6-8EA46BD1F10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IN"/>
            </a:p>
          </p:txBody>
        </p:sp>
      </p:grpSp>
      <p:sp>
        <p:nvSpPr>
          <p:cNvPr id="12" name="Rectangle 11">
            <a:extLst>
              <a:ext uri="{FF2B5EF4-FFF2-40B4-BE49-F238E27FC236}">
                <a16:creationId xmlns:a16="http://schemas.microsoft.com/office/drawing/2014/main" id="{73C0A186-7444-4460-9C37-532E7671E9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4" name="Freeform 5">
            <a:extLst>
              <a:ext uri="{FF2B5EF4-FFF2-40B4-BE49-F238E27FC236}">
                <a16:creationId xmlns:a16="http://schemas.microsoft.com/office/drawing/2014/main" id="{D22D1B95-2B54-43E9-85D9-B489F6C5DD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IN"/>
          </a:p>
        </p:txBody>
      </p:sp>
      <p:sp>
        <p:nvSpPr>
          <p:cNvPr id="16" name="Freeform 5">
            <a:extLst>
              <a:ext uri="{FF2B5EF4-FFF2-40B4-BE49-F238E27FC236}">
                <a16:creationId xmlns:a16="http://schemas.microsoft.com/office/drawing/2014/main" id="{7D0F3F6D-A49D-4406-8D61-1C4F8D792F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IN"/>
          </a:p>
        </p:txBody>
      </p:sp>
      <p:sp>
        <p:nvSpPr>
          <p:cNvPr id="18" name="Freeform 5">
            <a:extLst>
              <a:ext uri="{FF2B5EF4-FFF2-40B4-BE49-F238E27FC236}">
                <a16:creationId xmlns:a16="http://schemas.microsoft.com/office/drawing/2014/main" id="{D953A318-DA8D-4405-9536-D889E45C5E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IN"/>
          </a:p>
        </p:txBody>
      </p:sp>
      <p:sp>
        <p:nvSpPr>
          <p:cNvPr id="20" name="Rectangle 19">
            <a:extLst>
              <a:ext uri="{FF2B5EF4-FFF2-40B4-BE49-F238E27FC236}">
                <a16:creationId xmlns:a16="http://schemas.microsoft.com/office/drawing/2014/main" id="{9E382A3D-2F90-475C-8DF2-F666FEA342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48E9F08C-D61F-627D-C4E5-397E3E84FC45}"/>
              </a:ext>
            </a:extLst>
          </p:cNvPr>
          <p:cNvSpPr>
            <a:spLocks noGrp="1"/>
          </p:cNvSpPr>
          <p:nvPr>
            <p:ph type="title"/>
          </p:nvPr>
        </p:nvSpPr>
        <p:spPr>
          <a:xfrm>
            <a:off x="1683171" y="1143000"/>
            <a:ext cx="8825658" cy="3389217"/>
          </a:xfrm>
        </p:spPr>
        <p:txBody>
          <a:bodyPr vert="horz" lIns="91440" tIns="45720" rIns="91440" bIns="45720" rtlCol="0" anchor="ctr">
            <a:normAutofit/>
          </a:bodyPr>
          <a:lstStyle/>
          <a:p>
            <a:pPr algn="ctr"/>
            <a:r>
              <a:rPr lang="en-US" sz="6600">
                <a:solidFill>
                  <a:srgbClr val="FFFFFF"/>
                </a:solidFill>
              </a:rPr>
              <a:t>GitHub Link</a:t>
            </a:r>
          </a:p>
        </p:txBody>
      </p:sp>
      <p:sp>
        <p:nvSpPr>
          <p:cNvPr id="3" name="Content Placeholder 2">
            <a:extLst>
              <a:ext uri="{FF2B5EF4-FFF2-40B4-BE49-F238E27FC236}">
                <a16:creationId xmlns:a16="http://schemas.microsoft.com/office/drawing/2014/main" id="{51A299DD-46FA-7866-41D8-C1BFCC2F69DD}"/>
              </a:ext>
            </a:extLst>
          </p:cNvPr>
          <p:cNvSpPr>
            <a:spLocks noGrp="1"/>
          </p:cNvSpPr>
          <p:nvPr>
            <p:ph idx="1"/>
          </p:nvPr>
        </p:nvSpPr>
        <p:spPr>
          <a:xfrm>
            <a:off x="1683171" y="5240851"/>
            <a:ext cx="8825658" cy="828932"/>
          </a:xfrm>
        </p:spPr>
        <p:txBody>
          <a:bodyPr vert="horz" lIns="91440" tIns="45720" rIns="91440" bIns="45720" rtlCol="0" anchor="t">
            <a:normAutofit/>
          </a:bodyPr>
          <a:lstStyle/>
          <a:p>
            <a:pPr marL="0" indent="0" algn="ctr">
              <a:buNone/>
            </a:pPr>
            <a:r>
              <a:rPr lang="en-US" sz="2400" cap="all">
                <a:solidFill>
                  <a:schemeClr val="tx2"/>
                </a:solidFill>
                <a:hlinkClick r:id="rId3"/>
              </a:rPr>
              <a:t>https://github.com/Bhoomi2004/Steganography-Project.git</a:t>
            </a:r>
            <a:endParaRPr lang="en-US" sz="2400" cap="all">
              <a:solidFill>
                <a:schemeClr val="tx2"/>
              </a:solidFill>
            </a:endParaRPr>
          </a:p>
        </p:txBody>
      </p:sp>
    </p:spTree>
    <p:extLst>
      <p:ext uri="{BB962C8B-B14F-4D97-AF65-F5344CB8AC3E}">
        <p14:creationId xmlns:p14="http://schemas.microsoft.com/office/powerpoint/2010/main" val="2230664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nvGrpSpPr>
          <p:cNvPr id="14" name="Group 13">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15" name="Rectangle 14">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6"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IN"/>
            </a:p>
          </p:txBody>
        </p:sp>
      </p:grpSp>
      <p:sp>
        <p:nvSpPr>
          <p:cNvPr id="5" name="Title 4">
            <a:extLst>
              <a:ext uri="{FF2B5EF4-FFF2-40B4-BE49-F238E27FC236}">
                <a16:creationId xmlns:a16="http://schemas.microsoft.com/office/drawing/2014/main" id="{3F968F13-9AC4-7120-7ACD-9F752C767D5D}"/>
              </a:ext>
            </a:extLst>
          </p:cNvPr>
          <p:cNvSpPr txBox="1">
            <a:spLocks/>
          </p:cNvSpPr>
          <p:nvPr/>
        </p:nvSpPr>
        <p:spPr>
          <a:xfrm>
            <a:off x="1000372" y="1209957"/>
            <a:ext cx="3034580" cy="4438087"/>
          </a:xfrm>
          <a:prstGeom prst="rect">
            <a:avLst/>
          </a:prstGeom>
        </p:spPr>
        <p:txBody>
          <a:bodyPr vert="horz" lIns="91440" tIns="45720" rIns="91440" bIns="45720" rtlCol="0" anchor="ctr">
            <a:normAutofit/>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r">
              <a:spcAft>
                <a:spcPts val="600"/>
              </a:spcAft>
            </a:pPr>
            <a:r>
              <a:rPr lang="en-US" sz="3200" dirty="0">
                <a:solidFill>
                  <a:schemeClr val="tx1"/>
                </a:solidFill>
              </a:rPr>
              <a:t>Future scope</a:t>
            </a:r>
          </a:p>
        </p:txBody>
      </p:sp>
      <p:cxnSp>
        <p:nvCxnSpPr>
          <p:cNvPr id="18" name="Straight Connector 17">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6638FD1-D00E-E75B-705C-564F06D93D7B}"/>
              </a:ext>
            </a:extLst>
          </p:cNvPr>
          <p:cNvSpPr>
            <a:spLocks noGrp="1"/>
          </p:cNvSpPr>
          <p:nvPr>
            <p:ph idx="1"/>
          </p:nvPr>
        </p:nvSpPr>
        <p:spPr>
          <a:xfrm>
            <a:off x="4678424" y="1059025"/>
            <a:ext cx="5302189" cy="4739950"/>
          </a:xfrm>
        </p:spPr>
        <p:txBody>
          <a:bodyPr vert="horz" lIns="91440" tIns="45720" rIns="91440" bIns="45720" rtlCol="0" anchor="ctr">
            <a:normAutofit fontScale="85000" lnSpcReduction="10000"/>
          </a:bodyPr>
          <a:lstStyle/>
          <a:p>
            <a:r>
              <a:rPr lang="en-US" b="1" dirty="0"/>
              <a:t>Incorporate advanced encryption algorithms</a:t>
            </a:r>
            <a:r>
              <a:rPr lang="en-US" dirty="0"/>
              <a:t> such as AES-256 or hybrid cryptographic models alongside RSA to further strengthen message confidentiality and resilience against attacks.</a:t>
            </a:r>
          </a:p>
          <a:p>
            <a:r>
              <a:rPr lang="en-US" b="1" dirty="0"/>
              <a:t>Develop intelligent steganalysis features</a:t>
            </a:r>
            <a:r>
              <a:rPr lang="en-US" dirty="0"/>
              <a:t> using machine learning to enable real-time detection, validation, and extraction of hidden messages.</a:t>
            </a:r>
          </a:p>
          <a:p>
            <a:r>
              <a:rPr lang="en-US" b="1" dirty="0"/>
              <a:t>Expand compatibility</a:t>
            </a:r>
            <a:r>
              <a:rPr lang="en-US" dirty="0"/>
              <a:t> to support a wider range of image formats (JPEG, BMP, TIFF) and ultra-high-resolution files for broader use cases.</a:t>
            </a:r>
          </a:p>
          <a:p>
            <a:r>
              <a:rPr lang="en-US" b="1" dirty="0"/>
              <a:t>Introduce cross-platform accessibility</a:t>
            </a:r>
            <a:r>
              <a:rPr lang="en-US" dirty="0"/>
              <a:t> by building a responsive </a:t>
            </a:r>
            <a:r>
              <a:rPr lang="en-US" b="1" dirty="0"/>
              <a:t>web-based</a:t>
            </a:r>
            <a:r>
              <a:rPr lang="en-US" dirty="0"/>
              <a:t> or </a:t>
            </a:r>
            <a:r>
              <a:rPr lang="en-US" b="1" dirty="0"/>
              <a:t>mobile application</a:t>
            </a:r>
            <a:r>
              <a:rPr lang="en-US" dirty="0"/>
              <a:t>, allowing secure communication on-the-go.</a:t>
            </a:r>
          </a:p>
          <a:p>
            <a:r>
              <a:rPr lang="en-US" b="1" dirty="0"/>
              <a:t>Enhance system efficiency</a:t>
            </a:r>
            <a:r>
              <a:rPr lang="en-US" dirty="0"/>
              <a:t> through optimization techniques that reduce processing time and maintain near-zero image distortion, even with large payloads.</a:t>
            </a:r>
            <a:endParaRPr lang="en-US" dirty="0">
              <a:solidFill>
                <a:schemeClr val="tx1"/>
              </a:solidFill>
            </a:endParaRPr>
          </a:p>
        </p:txBody>
      </p:sp>
    </p:spTree>
    <p:extLst>
      <p:ext uri="{BB962C8B-B14F-4D97-AF65-F5344CB8AC3E}">
        <p14:creationId xmlns:p14="http://schemas.microsoft.com/office/powerpoint/2010/main" val="614882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3E10248-AF0E-477D-B4D2-47C02CE4E3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id="{533010C2-2DA5-460F-A40C-5317F567A0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2" name="Freeform 5">
              <a:extLst>
                <a:ext uri="{FF2B5EF4-FFF2-40B4-BE49-F238E27FC236}">
                  <a16:creationId xmlns:a16="http://schemas.microsoft.com/office/drawing/2014/main" id="{17CB0634-F963-4EC9-A6F6-8EA46BD1F10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IN"/>
            </a:p>
          </p:txBody>
        </p:sp>
      </p:grpSp>
      <p:sp>
        <p:nvSpPr>
          <p:cNvPr id="14" name="Rectangle 13">
            <a:extLst>
              <a:ext uri="{FF2B5EF4-FFF2-40B4-BE49-F238E27FC236}">
                <a16:creationId xmlns:a16="http://schemas.microsoft.com/office/drawing/2014/main" id="{73C0A186-7444-4460-9C37-532E7671E9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grpSp>
        <p:nvGrpSpPr>
          <p:cNvPr id="16" name="Group 15">
            <a:extLst>
              <a:ext uri="{FF2B5EF4-FFF2-40B4-BE49-F238E27FC236}">
                <a16:creationId xmlns:a16="http://schemas.microsoft.com/office/drawing/2014/main" id="{D4EC3799-3F52-48CE-85CC-83AED368EB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useBgFill="1">
          <p:nvSpPr>
            <p:cNvPr id="17" name="Rectangle 16">
              <a:extLst>
                <a:ext uri="{FF2B5EF4-FFF2-40B4-BE49-F238E27FC236}">
                  <a16:creationId xmlns:a16="http://schemas.microsoft.com/office/drawing/2014/main" id="{F3FC2939-BF10-4CBC-904B-74A17D4B9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8" name="Freeform 5">
              <a:extLst>
                <a:ext uri="{FF2B5EF4-FFF2-40B4-BE49-F238E27FC236}">
                  <a16:creationId xmlns:a16="http://schemas.microsoft.com/office/drawing/2014/main" id="{266B6D5D-11B6-40A6-9CEF-F0B0D104C5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IN"/>
            </a:p>
          </p:txBody>
        </p:sp>
      </p:grpSp>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4678420" y="1370143"/>
            <a:ext cx="6391270" cy="4157446"/>
          </a:xfrm>
        </p:spPr>
        <p:txBody>
          <a:bodyPr vert="horz" lIns="91440" tIns="45720" rIns="91440" bIns="45720" rtlCol="0" anchor="ctr">
            <a:normAutofit/>
          </a:bodyPr>
          <a:lstStyle/>
          <a:p>
            <a:r>
              <a:rPr lang="en-US" sz="6600">
                <a:solidFill>
                  <a:schemeClr val="tx1"/>
                </a:solidFill>
              </a:rPr>
              <a:t>THANK YOU</a:t>
            </a:r>
          </a:p>
        </p:txBody>
      </p:sp>
      <p:cxnSp>
        <p:nvCxnSpPr>
          <p:cNvPr id="20" name="Straight Connector 19">
            <a:extLst>
              <a:ext uri="{FF2B5EF4-FFF2-40B4-BE49-F238E27FC236}">
                <a16:creationId xmlns:a16="http://schemas.microsoft.com/office/drawing/2014/main" id="{789E20C7-BB50-4317-93C7-90C8ED80B2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1"/>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6255318"/>
      </p:ext>
    </p:extLst>
  </p:cSld>
  <p:clrMapOvr>
    <a:overrideClrMapping bg1="dk1" tx1="lt1" bg2="dk2" tx2="lt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b30265f8-c5e2-4918-b4a1-b977299ca3e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F0268AC5E70984D8FE60B7154176407" ma:contentTypeVersion="15" ma:contentTypeDescription="Create a new document." ma:contentTypeScope="" ma:versionID="104e359103f0f57b1cf9676756e5b944">
  <xsd:schema xmlns:xsd="http://www.w3.org/2001/XMLSchema" xmlns:xs="http://www.w3.org/2001/XMLSchema" xmlns:p="http://schemas.microsoft.com/office/2006/metadata/properties" xmlns:ns3="b30265f8-c5e2-4918-b4a1-b977299ca3e2" xmlns:ns4="fadb41d3-f9cb-40fb-903c-8cacaba95bb5" targetNamespace="http://schemas.microsoft.com/office/2006/metadata/properties" ma:root="true" ma:fieldsID="5615b8f8aa772998bad551f24a33de0e" ns3:_="" ns4:_="">
    <xsd:import namespace="b30265f8-c5e2-4918-b4a1-b977299ca3e2"/>
    <xsd:import namespace="fadb41d3-f9cb-40fb-903c-8cacaba95bb5"/>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SearchProperties" minOccurs="0"/>
                <xsd:element ref="ns3:MediaServiceDateTaken"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30265f8-c5e2-4918-b4a1-b977299ca3e2"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adb41d3-f9cb-40fb-903c-8cacaba95bb5"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8D289AE2-D2AE-49D1-AFAC-3A79F6794255}">
  <ds:schemaRefs>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http://purl.org/dc/elements/1.1/"/>
    <ds:schemaRef ds:uri="http://schemas.microsoft.com/office/2006/metadata/properties"/>
    <ds:schemaRef ds:uri="fadb41d3-f9cb-40fb-903c-8cacaba95bb5"/>
    <ds:schemaRef ds:uri="http://purl.org/dc/terms/"/>
    <ds:schemaRef ds:uri="b30265f8-c5e2-4918-b4a1-b977299ca3e2"/>
    <ds:schemaRef ds:uri="http://www.w3.org/XML/1998/namespace"/>
  </ds:schemaRefs>
</ds:datastoreItem>
</file>

<file path=customXml/itemProps3.xml><?xml version="1.0" encoding="utf-8"?>
<ds:datastoreItem xmlns:ds="http://schemas.openxmlformats.org/officeDocument/2006/customXml" ds:itemID="{9DD71778-17EE-4151-88AE-C8F4E8043B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30265f8-c5e2-4918-b4a1-b977299ca3e2"/>
    <ds:schemaRef ds:uri="fadb41d3-f9cb-40fb-903c-8cacaba95b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Ion Boardroom</Template>
  <TotalTime>187</TotalTime>
  <Words>553</Words>
  <Application>Microsoft Office PowerPoint</Application>
  <PresentationFormat>Widescreen</PresentationFormat>
  <Paragraphs>50</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Calibri Light</vt:lpstr>
      <vt:lpstr>Century Gothic</vt:lpstr>
      <vt:lpstr>Wingdings</vt:lpstr>
      <vt:lpstr>Wingdings 3</vt:lpstr>
      <vt:lpstr>Ion Boardroom</vt:lpstr>
      <vt:lpstr>Secure Data Hiding In Images Using Steganography</vt:lpstr>
      <vt:lpstr>OUTLINE</vt:lpstr>
      <vt:lpstr>Problem Statement</vt:lpstr>
      <vt:lpstr>Technology  used</vt:lpstr>
      <vt:lpstr>Wow factors</vt:lpstr>
      <vt:lpstr>End users</vt:lpstr>
      <vt:lpstr>Conclusion</vt:lpstr>
      <vt:lpstr>GitHub Link</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Bhoomi Mehta</cp:lastModifiedBy>
  <cp:revision>40</cp:revision>
  <dcterms:created xsi:type="dcterms:W3CDTF">2021-05-26T16:50:10Z</dcterms:created>
  <dcterms:modified xsi:type="dcterms:W3CDTF">2025-04-30T06:49:18Z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0x0101007F0268AC5E70984D8FE60B7154176407</vt:lpwstr>
  </property>
</Properties>
</file>